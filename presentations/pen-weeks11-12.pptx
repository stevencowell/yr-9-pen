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0e51f73e14936" /><Relationship Type="http://schemas.openxmlformats.org/officeDocument/2006/relationships/extended-properties" Target="/docProps/app.xml" Id="R88441c3273bd4967" /><Relationship Type="http://schemas.openxmlformats.org/officeDocument/2006/relationships/officeDocument" Target="/ppt/presentation.xml" Id="R26285feced7948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bc6e1f5ca141fd"/>
  </p:sldMasterIdLst>
  <p:notesMasterIdLst>
    <p:notesMasterId xmlns:r="http://schemas.openxmlformats.org/officeDocument/2006/relationships" r:id="R65fee98747dd4a4a"/>
  </p:notesMasterIdLst>
  <p:sldIdLst>
    <p:sldId xmlns:r="http://schemas.openxmlformats.org/officeDocument/2006/relationships" id="256" r:id="R37ecb5c83b944839"/>
    <p:sldId xmlns:r="http://schemas.openxmlformats.org/officeDocument/2006/relationships" id="257" r:id="Rb9a8caa365bb41f6"/>
    <p:sldId xmlns:r="http://schemas.openxmlformats.org/officeDocument/2006/relationships" id="258" r:id="R8d23d2cf1ca64f68"/>
    <p:sldId xmlns:r="http://schemas.openxmlformats.org/officeDocument/2006/relationships" id="259" r:id="R196eaea71ffe4834"/>
    <p:sldId xmlns:r="http://schemas.openxmlformats.org/officeDocument/2006/relationships" id="260" r:id="R85462ae1aef94191"/>
    <p:sldId xmlns:r="http://schemas.openxmlformats.org/officeDocument/2006/relationships" id="261" r:id="R73d4e8dbb5ae4b6e"/>
    <p:sldId xmlns:r="http://schemas.openxmlformats.org/officeDocument/2006/relationships" id="262" r:id="R744176b390b14ae0"/>
    <p:sldId xmlns:r="http://schemas.openxmlformats.org/officeDocument/2006/relationships" id="263" r:id="Rc541ab21571340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405a8b093413b" /><Relationship Type="http://schemas.openxmlformats.org/officeDocument/2006/relationships/slideMaster" Target="/ppt/slideMasters/slideMaster1.xml" Id="R6ebc6e1f5ca141fd" /><Relationship Type="http://schemas.openxmlformats.org/officeDocument/2006/relationships/notesMaster" Target="/ppt/notesMasters/notesMaster1.xml" Id="R65fee98747dd4a4a" /><Relationship Type="http://schemas.openxmlformats.org/officeDocument/2006/relationships/presProps" Target="/ppt/presProps.xml" Id="R9a6d0ba075c54061" /><Relationship Type="http://schemas.openxmlformats.org/officeDocument/2006/relationships/tableStyles" Target="/ppt/tableStyles.xml" Id="R6decc6c1b8d646c7" /><Relationship Type="http://schemas.openxmlformats.org/officeDocument/2006/relationships/slide" Target="/ppt/slides/slide1.xml" Id="R37ecb5c83b944839" /><Relationship Type="http://schemas.openxmlformats.org/officeDocument/2006/relationships/slide" Target="/ppt/slides/slide2.xml" Id="Rb9a8caa365bb41f6" /><Relationship Type="http://schemas.openxmlformats.org/officeDocument/2006/relationships/slide" Target="/ppt/slides/slide3.xml" Id="R8d23d2cf1ca64f68" /><Relationship Type="http://schemas.openxmlformats.org/officeDocument/2006/relationships/slide" Target="/ppt/slides/slide4.xml" Id="R196eaea71ffe4834" /><Relationship Type="http://schemas.openxmlformats.org/officeDocument/2006/relationships/slide" Target="/ppt/slides/slide5.xml" Id="R85462ae1aef94191" /><Relationship Type="http://schemas.openxmlformats.org/officeDocument/2006/relationships/slide" Target="/ppt/slides/slide6.xml" Id="R73d4e8dbb5ae4b6e" /><Relationship Type="http://schemas.openxmlformats.org/officeDocument/2006/relationships/slide" Target="/ppt/slides/slide7.xml" Id="R744176b390b14ae0" /><Relationship Type="http://schemas.openxmlformats.org/officeDocument/2006/relationships/slide" Target="/ppt/slides/slide8.xml" Id="Rc541ab21571340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8833216714e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db7c802bef497a" /><Relationship Type="http://schemas.openxmlformats.org/officeDocument/2006/relationships/notesMaster" Target="/ppt/notesMasters/notesMaster1.xml" Id="Ra9903ff292e34f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1ce9024ac541d3" /><Relationship Type="http://schemas.openxmlformats.org/officeDocument/2006/relationships/notesMaster" Target="/ppt/notesMasters/notesMaster1.xml" Id="R5f76608a90eb4e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62ae980db04c68" /><Relationship Type="http://schemas.openxmlformats.org/officeDocument/2006/relationships/notesMaster" Target="/ppt/notesMasters/notesMaster1.xml" Id="Rc97a79ead6a14d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dd22ac5b8248fb" /><Relationship Type="http://schemas.openxmlformats.org/officeDocument/2006/relationships/notesMaster" Target="/ppt/notesMasters/notesMaster1.xml" Id="R8e5f8a9b33b742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ed71e989b04c52" /><Relationship Type="http://schemas.openxmlformats.org/officeDocument/2006/relationships/notesMaster" Target="/ppt/notesMasters/notesMaster1.xml" Id="R0d413789962a4b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cbce1f46b84873" /><Relationship Type="http://schemas.openxmlformats.org/officeDocument/2006/relationships/notesMaster" Target="/ppt/notesMasters/notesMaster1.xml" Id="R50ef36b134ec47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e536f029ac4bdb" /><Relationship Type="http://schemas.openxmlformats.org/officeDocument/2006/relationships/notesMaster" Target="/ppt/notesMasters/notesMaster1.xml" Id="R009d0c04515c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0f0b98a7104424" /><Relationship Type="http://schemas.openxmlformats.org/officeDocument/2006/relationships/notesMaster" Target="/ppt/notesMasters/notesMaster1.xml" Id="R504fdfb1af4b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Diagnosing tool marks and surface defects before sanding.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Using a progressive approved abrasive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Selecting and applying the approved Pen finish from product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weeks11-12/index.html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3795d2f074a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d335cab158416d" /><Relationship Type="http://schemas.openxmlformats.org/officeDocument/2006/relationships/slideLayout" Target="/ppt/slideLayouts/slideLayout1.xml" Id="R74259553cde143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259553cde143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3c7d05deb42bd" /><Relationship Type="http://schemas.openxmlformats.org/officeDocument/2006/relationships/image" Target="/ppt/media/image.png" Id="Ra8315680c4054cd0" /><Relationship Type="http://schemas.openxmlformats.org/officeDocument/2006/relationships/notesSlide" Target="/ppt/notesSlides/notesSlide1.xml" Id="R3f58c0d749df4b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80f690fd3491b" /><Relationship Type="http://schemas.openxmlformats.org/officeDocument/2006/relationships/notesSlide" Target="/ppt/notesSlides/notesSlide2.xml" Id="R9f4f0c929f9146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3e6564a914ef6" /><Relationship Type="http://schemas.openxmlformats.org/officeDocument/2006/relationships/notesSlide" Target="/ppt/notesSlides/notesSlide3.xml" Id="R0a463fec910949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bbad6d89c4644" /><Relationship Type="http://schemas.openxmlformats.org/officeDocument/2006/relationships/notesSlide" Target="/ppt/notesSlides/notesSlide4.xml" Id="R3c2eb48e958f4e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58c1bccaf467e" /><Relationship Type="http://schemas.openxmlformats.org/officeDocument/2006/relationships/notesSlide" Target="/ppt/notesSlides/notesSlide5.xml" Id="R852c949507d641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163019e804163" /><Relationship Type="http://schemas.openxmlformats.org/officeDocument/2006/relationships/notesSlide" Target="/ppt/notesSlides/notesSlide6.xml" Id="R013b03aed168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f59392c4e4e62" /><Relationship Type="http://schemas.openxmlformats.org/officeDocument/2006/relationships/notesSlide" Target="/ppt/notesSlides/notesSlide7.xml" Id="Rb83f51a98a1341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df06771364ba0" /><Relationship Type="http://schemas.openxmlformats.org/officeDocument/2006/relationships/notesSlide" Target="/ppt/notesSlides/notesSlide8.xml" Id="Rd4661d5d7d824a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0C70A-91F6-4A67-AE0A-31237A94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76D46-49C1-4FAD-9789-621C748F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01C3A-968D-4168-9A04-7A86F82C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5E5E4-EAFB-4CA3-9EB7-05050E00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Surface diagnosis, abrasives and finish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6FAD0-C2A2-4DF8-848C-047687A9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11–12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25FBA-0092-4015-998B-6D7911B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FBEED-E2F7-49B0-B1AE-FFB6732D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CD30B-6ABB-47D5-8BBD-C942C00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15680c4054cd0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052257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0539B-F977-4652-9F6B-A15D937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40F51-D83D-42C2-B425-27A3CF24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8803A-9798-497D-A799-4372BC5A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BC2FB-CC9A-45FF-A001-BA25C59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E6C68-81E9-49EB-9F1C-B7EC4873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2FCC3-8578-48F4-B5B5-5D48A8B8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2A9FF-B4CC-4EA2-A49D-07A1A04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9D2D1-0C21-47D5-B484-C411DE3A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Diagnosing tool marks and surface defects before sanding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5C4CF-2645-4362-BCE2-3C873699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7CAD5-5DD9-4296-B0B2-25356D88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65A8E-380C-46DE-99A7-D49AF55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Using a progressive approved abrasive 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8D830-2B16-412C-8390-CB7AECB1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59179-A79E-4E2D-A3E4-3C613CBF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CD267-0F14-4DEF-AAB1-85402FB5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Selecting and applying the approved Pen finish from product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82506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8B5C2-5269-4693-882B-5B6D30AD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A3618-3FBD-49D4-B9DD-195CA005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28E77-0BE1-4238-BFF6-2242744E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2756B-E784-4F19-B9FB-FFEBEC1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Diagnosing tool marks and surface defects before sanding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45DDD-C816-49A0-BFF4-52D4DE84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87CF1-92D9-4BF4-9CE2-7BFD2CB1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3FB9A-D586-4F86-8C65-DC7F1AAD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Inspecting the turned Pen bodies before sanding is a quality-control stage, not a quick transition between turning and finishing.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F2BC8-8053-4325-8B6E-DECC492A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591DC-E550-47B5-BFDC-43FBC4ED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A00CB-1E69-40D3-993C-758E29D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purpose is to identify visible defects while there is still an opportunity to understand them and seek an approved response.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BFF90-95B4-47B5-86AA-45C1656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00523-32BF-4621-8571-E186FE67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6B5BF-6958-4249-AB4B-0360AF1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Sanding should refine a surface that has already been turned with control; it should not be treated as a way to erase every earlier mistake.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D43B3-7DEB-4EE2-A828-5AEE7D7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54170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EDE4B-D07E-45E4-B5F4-5DBA3159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483E0-79FB-475A-89C8-986F535E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9A401-542C-4F66-8801-16E87027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090BC-9917-4D23-990B-8422D07E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Using a progressive approved abrasive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7CF33-1565-4734-AF9D-90EDE04F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50204-DDBD-45AA-821A-3B1576F3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A570C-FCD4-40A7-86FF-D279FF37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Using a progressive approved abrasive sequence in the Pen project is about controlled refinement, not aggressive material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6B579-79E9-48ED-B684-9A459620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2A6B9-8793-4166-B47A-2F383A01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7D0C0-4C10-4745-9705-4F69B41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After the turning stage, the surface of the Pen bodies may show fine tool marks, slight ridges or variations that need to be reduced to achieve a consistent finish.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0E316-E665-4CC5-9EC6-AD690391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995A-9D39-483C-A5E3-7284D058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EB0B8-919A-459E-B42F-BFBA1325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key principle is that each abrasive stage removes or refines the marks left by the previous stage.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DBAA8-6D68-45F0-BF7B-F7A685FD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0241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54258-E7D5-4E65-8FE4-6DB49B6D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63C5C-40AB-4E68-8D3E-A3769CA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ED091-22F9-45A1-A87F-DF430F2D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D5F54-E65B-44E6-91EC-DE2835D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Selecting and applying the approved Pen finish from…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F8954-ED8D-4563-AB22-C8D81AD3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2C492-885D-4276-8BE4-6297D6C9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0EC94-7822-4AF1-9868-3B3C74C4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Selecting a finish for the Pen project is an evidence-based decision, not a matter of choosing the product with the most attractive container or the glossiest sample.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A3D45-0756-4407-A873-EB30E91B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0FFBA-799B-4674-B0CD-0CD2907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4C084-91D9-4E9B-AB3E-25F4E616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finish must be the actual product approved by the teacher for the supplied Pen project and current workshop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BE290-1D9F-4BC9-8366-B1977A1B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DFA38-5970-44EE-AB69-E3EECA33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EF608-006A-48F1-B878-CCC726F0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Students read the product label, Safety Data Sheet, workshop SOP and teacher demonstration together because each source contributes different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87664-8697-4A31-A582-78F71D40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531044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1312B-0318-41D0-8CE3-BBDB3549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EAA41-000F-418B-888B-67926CA1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7A739-9072-4692-809F-33641D09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7F017-4D3A-4974-B5DA-69E45524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3A333-1C94-40F6-978F-41EB610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7E629-10A0-4091-8A73-83F1D9FB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Diagnosing tool marks and surface defects before sanding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35564-B680-4CD3-A304-10C2216B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427BC-F617-4572-9E82-0A4B84E5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Using a progressive approved abrasive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C04F5-4E59-4C3A-8168-CB7123E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20410-476C-41E2-8B2B-E24E286F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Selecting and applying the approved Pen finish from product information</a:t>
            </a:r>
          </a:p>
        </p:txBody>
      </p:sp>
    </p:spTree>
    <p:extLst>
      <p:ext uri="{BB962C8B-B14F-4D97-AF65-F5344CB8AC3E}">
        <p14:creationId xmlns:p14="http://schemas.microsoft.com/office/powerpoint/2010/main" val="67807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55672-B913-44EE-8D32-D14CEA83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FDEDB-96B7-44FE-8F42-B692DCB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41D67-51B1-48D9-A385-9CDEDDD0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67F29-0FFF-4382-AC7D-B236FF37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B7BB2-FC2E-4D98-989C-4BB0CAFF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32D8D-F342-4B3F-87EA-6139ADDF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1E9F2-413C-4E41-934B-9B5EB944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8E63B-D276-42EE-9E19-D4FABA03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5EE39-0FBD-43FD-A435-CD98DCBC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55944-6917-4BE2-8F43-BB1D821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060BD-80B4-4144-8B72-750CDEA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9B96E-7A89-48A9-ADD0-7AEE4870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CC487-4E0C-46D1-B889-68367F74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8E856-8CF4-4961-95B2-CC6D631D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E422A-633E-4C81-A73A-60031195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77148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84458-DF3B-4966-9784-A24BF5F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214E7-6592-4A3F-ABB5-7AB61620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2F74E-36F7-40C8-A093-27215EFF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11–12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0FC24-47B6-4B73-86E0-006D935D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74312-D900-4E20-80A2-4946223B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FA93E-4CEB-4E1E-BBBE-D60D4FDC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85422-1503-4CF7-BBE9-CB53927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Diagnosing tool marks and surface defects before sanding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E091A-C5F0-439B-9FA1-F3C7D013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9A556-6380-4DB7-9380-00DD928D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58EF6-7EB4-40D5-919A-E480FD16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B937E-9D20-4302-9A17-ECF0C973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F4BC1-DD93-4F6D-9F7B-926D3357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597588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2026-08-16T02:12:35.1050000Z</dcterms:created>
  <dcterms:modified xsi:type="dcterms:W3CDTF">2026-08-16T02:12:35.1050000Z</dcterms:modified>
</coreProperties>
</file>