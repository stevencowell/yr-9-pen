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4ffe1b69d2462b" /><Relationship Type="http://schemas.openxmlformats.org/officeDocument/2006/relationships/extended-properties" Target="/docProps/app.xml" Id="R340e73e30d364838" /><Relationship Type="http://schemas.openxmlformats.org/officeDocument/2006/relationships/officeDocument" Target="/ppt/presentation.xml" Id="R23c6a98e90c340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6367612bbb4461"/>
  </p:sldMasterIdLst>
  <p:notesMasterIdLst>
    <p:notesMasterId xmlns:r="http://schemas.openxmlformats.org/officeDocument/2006/relationships" r:id="R4682d151ad724777"/>
  </p:notesMasterIdLst>
  <p:sldIdLst>
    <p:sldId xmlns:r="http://schemas.openxmlformats.org/officeDocument/2006/relationships" id="256" r:id="Rd5c48192cb9c415e"/>
    <p:sldId xmlns:r="http://schemas.openxmlformats.org/officeDocument/2006/relationships" id="257" r:id="R74f77fbf7edc451b"/>
    <p:sldId xmlns:r="http://schemas.openxmlformats.org/officeDocument/2006/relationships" id="258" r:id="R121567fffcba480b"/>
    <p:sldId xmlns:r="http://schemas.openxmlformats.org/officeDocument/2006/relationships" id="259" r:id="R7533e235a65f4e8d"/>
    <p:sldId xmlns:r="http://schemas.openxmlformats.org/officeDocument/2006/relationships" id="260" r:id="R33f5fd6fed9442f8"/>
    <p:sldId xmlns:r="http://schemas.openxmlformats.org/officeDocument/2006/relationships" id="261" r:id="R4f62515fbff2491a"/>
    <p:sldId xmlns:r="http://schemas.openxmlformats.org/officeDocument/2006/relationships" id="262" r:id="R65b73ff75743412d"/>
    <p:sldId xmlns:r="http://schemas.openxmlformats.org/officeDocument/2006/relationships" id="263" r:id="R1045f23cb3c34a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3c62ba61c14922" /><Relationship Type="http://schemas.openxmlformats.org/officeDocument/2006/relationships/slideMaster" Target="/ppt/slideMasters/slideMaster1.xml" Id="R416367612bbb4461" /><Relationship Type="http://schemas.openxmlformats.org/officeDocument/2006/relationships/notesMaster" Target="/ppt/notesMasters/notesMaster1.xml" Id="R4682d151ad724777" /><Relationship Type="http://schemas.openxmlformats.org/officeDocument/2006/relationships/presProps" Target="/ppt/presProps.xml" Id="R45579e6b17cf4ae9" /><Relationship Type="http://schemas.openxmlformats.org/officeDocument/2006/relationships/tableStyles" Target="/ppt/tableStyles.xml" Id="R522c694c5e694c7d" /><Relationship Type="http://schemas.openxmlformats.org/officeDocument/2006/relationships/slide" Target="/ppt/slides/slide1.xml" Id="Rd5c48192cb9c415e" /><Relationship Type="http://schemas.openxmlformats.org/officeDocument/2006/relationships/slide" Target="/ppt/slides/slide2.xml" Id="R74f77fbf7edc451b" /><Relationship Type="http://schemas.openxmlformats.org/officeDocument/2006/relationships/slide" Target="/ppt/slides/slide3.xml" Id="R121567fffcba480b" /><Relationship Type="http://schemas.openxmlformats.org/officeDocument/2006/relationships/slide" Target="/ppt/slides/slide4.xml" Id="R7533e235a65f4e8d" /><Relationship Type="http://schemas.openxmlformats.org/officeDocument/2006/relationships/slide" Target="/ppt/slides/slide5.xml" Id="R33f5fd6fed9442f8" /><Relationship Type="http://schemas.openxmlformats.org/officeDocument/2006/relationships/slide" Target="/ppt/slides/slide6.xml" Id="R4f62515fbff2491a" /><Relationship Type="http://schemas.openxmlformats.org/officeDocument/2006/relationships/slide" Target="/ppt/slides/slide7.xml" Id="R65b73ff75743412d" /><Relationship Type="http://schemas.openxmlformats.org/officeDocument/2006/relationships/slide" Target="/ppt/slides/slide8.xml" Id="R1045f23cb3c34a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5b999c46e64c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b46e1e3f484b54" /><Relationship Type="http://schemas.openxmlformats.org/officeDocument/2006/relationships/notesMaster" Target="/ppt/notesMasters/notesMaster1.xml" Id="R169bb241b6f445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0c0d78e35c47d7" /><Relationship Type="http://schemas.openxmlformats.org/officeDocument/2006/relationships/notesMaster" Target="/ppt/notesMasters/notesMaster1.xml" Id="R828a9b62e65546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7b2ab8a0de4f4b" /><Relationship Type="http://schemas.openxmlformats.org/officeDocument/2006/relationships/notesMaster" Target="/ppt/notesMasters/notesMaster1.xml" Id="Ra0e1b6ebd1104d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98a8bdf43e41b0" /><Relationship Type="http://schemas.openxmlformats.org/officeDocument/2006/relationships/notesMaster" Target="/ppt/notesMasters/notesMaster1.xml" Id="R9ec79bb2a3654e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aeab7ce1514c8a" /><Relationship Type="http://schemas.openxmlformats.org/officeDocument/2006/relationships/notesMaster" Target="/ppt/notesMasters/notesMaster1.xml" Id="Rae64c2b6325c47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11f0dbd0524844" /><Relationship Type="http://schemas.openxmlformats.org/officeDocument/2006/relationships/notesMaster" Target="/ppt/notesMasters/notesMaster1.xml" Id="R2ff59433edad43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a7e34dc900498f" /><Relationship Type="http://schemas.openxmlformats.org/officeDocument/2006/relationships/notesMaster" Target="/ppt/notesMasters/notesMaster1.xml" Id="R8beffb88b0f146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9d61fc69734fd7" /><Relationship Type="http://schemas.openxmlformats.org/officeDocument/2006/relationships/notesMaster" Target="/ppt/notesMasters/notesMaster1.xml" Id="Rd51aa0d02e4e41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Understanding the Pen project brief and success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Reading the approved Pen Making process resource and kit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Managing wood-lathe hazards, risks and teacher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ddd0a892147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4b527c836b4040" /><Relationship Type="http://schemas.openxmlformats.org/officeDocument/2006/relationships/slideLayout" Target="/ppt/slideLayouts/slideLayout1.xml" Id="R78cc6790113542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cc6790113542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fea280c1e4703" /><Relationship Type="http://schemas.openxmlformats.org/officeDocument/2006/relationships/image" Target="/ppt/media/image.bin" Id="R13af18c324564504" /><Relationship Type="http://schemas.openxmlformats.org/officeDocument/2006/relationships/notesSlide" Target="/ppt/notesSlides/notesSlide1.xml" Id="R8392c5f4539c44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8609fd17c4f75" /><Relationship Type="http://schemas.openxmlformats.org/officeDocument/2006/relationships/notesSlide" Target="/ppt/notesSlides/notesSlide2.xml" Id="Rb246574c271a43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8fe2c3b4548d4" /><Relationship Type="http://schemas.openxmlformats.org/officeDocument/2006/relationships/notesSlide" Target="/ppt/notesSlides/notesSlide3.xml" Id="Rd0a0b6a022dd4c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5209d48cb4ece" /><Relationship Type="http://schemas.openxmlformats.org/officeDocument/2006/relationships/notesSlide" Target="/ppt/notesSlides/notesSlide4.xml" Id="R51d8ef82e76647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a31f0fade4fa6" /><Relationship Type="http://schemas.openxmlformats.org/officeDocument/2006/relationships/notesSlide" Target="/ppt/notesSlides/notesSlide5.xml" Id="Rbf1bb05a09bc41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0b38104584688" /><Relationship Type="http://schemas.openxmlformats.org/officeDocument/2006/relationships/notesSlide" Target="/ppt/notesSlides/notesSlide6.xml" Id="Rb1f04418dc4545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5ca4392474d07" /><Relationship Type="http://schemas.openxmlformats.org/officeDocument/2006/relationships/notesSlide" Target="/ppt/notesSlides/notesSlide7.xml" Id="Ra8239cb04b5d4d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b2ae7235a477f" /><Relationship Type="http://schemas.openxmlformats.org/officeDocument/2006/relationships/notesSlide" Target="/ppt/notesSlides/notesSlide8.xml" Id="Rb69daa37635c44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C52F7-5C09-4FC4-9FA6-3B33F479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014ED-427D-4541-A803-41D6AA1A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21C17-297D-4898-A899-E0BFBD72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AAA54-2D8B-4EA1-80FD-A93F4630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Brief, approved resource and lathe 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23DF3-B19E-4589-A95A-DBFF4ED2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1–2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439EA-0CD2-4E16-AC0B-E1B7DA76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372D4-7237-43DA-83B3-122DCB5C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9DB3C-47AC-48F2-8AB1-8B9A4BF7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5D2BE"/>
          </a:solidFill>
          <a:ln xmlns:a="http://schemas.openxmlformats.org/drawingml/2006/main" w="0">
            <a:solidFill>
              <a:srgbClr val="E5D2B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f18c324564504"/>
          <a:stretch xmlns:a="http://schemas.openxmlformats.org/drawingml/2006/main"/>
        </p:blipFill>
        <p:spPr>
          <a:xfrm xmlns:a="http://schemas.openxmlformats.org/drawingml/2006/main">
            <a:off x="7658100" y="2133600"/>
            <a:ext cx="3714750" cy="24765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507325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855C8-1E1E-46BC-906E-755D22C2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D34E0-C165-48BB-AD09-02DD0016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C5193-3EB9-4700-9581-2617E0AD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535B2-07B3-428E-B8B1-F4610EE4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1F6E5-4395-4FC1-A91D-BC8FA2F9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FDE25-CCD5-4243-9A9C-5297E6A1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02A3F-8AB3-4FA4-BAF8-EF0B317F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AD1C1-B0CE-42A5-BA08-317B4A2C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Understanding the Pen project brief and success criteria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993A6-0C34-4717-8415-5E7E1040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C9CF0-7FA5-4021-BE7A-80EB9ECB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742E0-E1EE-4FC6-8E98-C80388BE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Reading the approved Pen Making process resource and kit instructions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652CA-935C-4272-9110-CB073C3D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CBB27-F2D7-44B7-BA17-96B2C393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9E59A-2A10-4404-A9BD-F58A6E11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Managing wood-lathe hazards, risks and teacher approval</a:t>
            </a:r>
          </a:p>
        </p:txBody>
      </p:sp>
    </p:spTree>
    <p:extLst>
      <p:ext uri="{BB962C8B-B14F-4D97-AF65-F5344CB8AC3E}">
        <p14:creationId xmlns:p14="http://schemas.microsoft.com/office/powerpoint/2010/main" val="1298310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7DD07-6274-4045-A56D-48C6A85C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6D32F-D0EC-4598-9DBC-FA5DBFA7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85409-88BB-4E2E-9EB0-EC96C9D0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44FA6-4C5C-4AAF-B953-CBB57AFE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Understanding the Pen project brief and success criteria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CCD26-468A-455D-8C79-B5F915EF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89BEC-2479-4510-A567-FB24BA83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DD266-2F28-4890-8A4E-5E7804FF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Pen project brief tells you what you are expected to make, how you are expected to work and what evidence you must present.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46200-EACF-46A2-93D9-D817DB74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C5066-508E-4305-B17E-E3671D7D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58C31-69CE-4DE2-8323-072E7262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In this project, you will produce a timber pen and a project report.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372B0-D428-42C1-B0F9-77662B74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C9B71-B117-4442-8CF1-DDECF854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2E6B7-A400-4F0F-9639-C9012678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pen shows your practical application of knowledge and skills, while the report shows how you planned, made decisions, controlled risks, monitored quality and…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90BBF-9C1C-4705-8D2A-6E36F9CD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309539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AC4A9-B0B0-4056-9D34-A2363941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FCE37-FFDA-43AF-A960-C1349659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C5D47-7633-4465-90BA-CA64F2E1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B13DF-C7A3-4BE1-AEF8-D5CC6E28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Reading the approved Pen Making process resource and kit…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F02B1-7BEC-41CF-8988-CC353B5F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9749C-ADE0-4F91-92DD-4EE06C47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2B40C-384C-4905-8FC4-13A89713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approved Pen Making process resource is the main guide for understanding the order, purpose and quality expectations of the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3F302-250E-4BC9-8CA9-F1BA76F5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954F2-16E7-46B1-A672-6EE651A2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3E7A3-6170-44B4-9ECF-40A7CFC2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 should be read as a staged sequence rather than treated as a collection of pictures to copy.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785E7-B18D-42EF-B565-DDC21E8D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64662-5F25-4D71-B052-FC81C722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E2445-4A29-40D4-AD1B-0B707411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Each stage provides information that prepares you for the next stage, so skipping ahead can cause parts to be confused, grain alignment to be lost or a required…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77271-4AC2-4A48-94B1-DD618E3F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8910275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6B218-589C-479C-AD29-C122C0D5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28E37-B590-4424-AB84-01CD01B7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8E09F-F324-4594-879D-60445D9D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4AB0B-E1A8-4A87-8457-32A2F506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Managing wood-lathe hazards, risks and teacher approval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2556F-9221-4375-B3C3-5700F433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1D341-B446-45F0-8AC1-B52D2971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18E84-CEB9-483D-AF17-C60F89DF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Working on a wood lathe during the Pen project introduces hazards that are different from bench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77ABB-1D4B-4217-9238-02AEBB42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74747-614F-4946-9786-C0895A58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2E6E3-1D57-44C6-B75F-78782BC6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key difference is rotation: the workpiece and parts of the machine move continuously, which can draw in loose items or amplify small errors into larger problems.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421DF-B4EE-42D5-BB6D-7E61C8AC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E1A10-6CFA-4111-9CDF-93245551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A5D92-0F41-4AF1-90CD-046BF15E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hazard is anything with the potential to cause harm, such as rotating components, sharp edges, dust or finishing products.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EF4EE-95A4-4198-9B8F-3AE9C46A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6794051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9B8C8-8628-4615-9713-7670606A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5FCBA-8144-4366-A39C-75FCAF5E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1C0DB-A116-4402-B31C-D7466FF3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71020-42EB-4F14-BEA1-8B5B1B3F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999B7-5C30-4D3C-BD57-329BC40E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73E91-6D89-4AA1-BB6A-237E40B4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Understanding the Pen project brief and success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1080E-A178-4C46-A314-BFF306E3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A3CBF-2596-4579-A0E4-5F18AA37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Reading the approved Pen Making process resource and kit instructions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A7D74-F929-4906-88DB-4908A148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ADA2B-E0CA-44CF-888B-7AA43AED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Managing wood-lathe hazards, risks and teacher approval</a:t>
            </a:r>
          </a:p>
        </p:txBody>
      </p:sp>
    </p:spTree>
    <p:extLst>
      <p:ext uri="{BB962C8B-B14F-4D97-AF65-F5344CB8AC3E}">
        <p14:creationId xmlns:p14="http://schemas.microsoft.com/office/powerpoint/2010/main" val="7906316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22C1B-DB75-409A-8766-2269F649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B32C6-6F4E-4D73-B774-5E4B1325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9A908-CC9D-4D7E-88FF-43877E2F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1727B-68B7-4B57-8B97-4DA949A2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F384F-B8E4-4834-9795-43EBDDD1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AC6ED-72B2-4BA2-947B-87D97BC5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E92D1-E75A-4FFA-B2B5-9D425B31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45154-83AE-4BEA-999C-0B39693F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C6C5B-D1D5-46B5-86D4-B47C657D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BD35E-7272-4A98-A1F3-0C702D5E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B404A-2650-4C06-AD62-9F564E34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6F163-72BF-4C73-81A3-0007DD1B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6DE93-616D-4112-BC5C-0E5A559D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7A50B-3B8E-4D7F-8CBD-3686357E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CFA13-DE57-4BF8-ABC1-9788A79A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7531646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16057-87C0-4EFE-B7D5-9A241CD9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B8151-19F4-4C3F-B666-471210B9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73688-1FA1-43E1-89B1-5E43A461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D7770-14A9-4B04-9229-73B82D61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8E13A-2595-44F8-AFFC-B6CF5DAF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87F4C-BFEE-48C2-9DCD-CB94DC13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9BEA1-6D63-420A-8CC7-5702E186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Understanding the Pen project brief and success criteria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38E96-6608-469F-9319-D5C32BE8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90771-FD89-4967-A10A-B0555D06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DFE21-3241-475D-B968-9268C7A5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67154-0697-4FF4-8BDE-E3D4B028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EC0B2-5180-4457-BB29-57AD7446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221813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2026-08-16T02:12:32.5310000Z</dcterms:created>
  <dcterms:modified xsi:type="dcterms:W3CDTF">2026-08-16T02:12:32.5310000Z</dcterms:modified>
</coreProperties>
</file>