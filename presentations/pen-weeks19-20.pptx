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531090dcb40e7" /><Relationship Type="http://schemas.openxmlformats.org/officeDocument/2006/relationships/extended-properties" Target="/docProps/app.xml" Id="R56b4302827fc496c" /><Relationship Type="http://schemas.openxmlformats.org/officeDocument/2006/relationships/officeDocument" Target="/ppt/presentation.xml" Id="Re98f0c60d410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c93a0d7c0496f"/>
  </p:sldMasterIdLst>
  <p:notesMasterIdLst>
    <p:notesMasterId xmlns:r="http://schemas.openxmlformats.org/officeDocument/2006/relationships" r:id="Rec1a06ece85c4699"/>
  </p:notesMasterIdLst>
  <p:sldIdLst>
    <p:sldId xmlns:r="http://schemas.openxmlformats.org/officeDocument/2006/relationships" id="256" r:id="R9a4e1de0319e4360"/>
    <p:sldId xmlns:r="http://schemas.openxmlformats.org/officeDocument/2006/relationships" id="257" r:id="R559d1bf6f07d443f"/>
    <p:sldId xmlns:r="http://schemas.openxmlformats.org/officeDocument/2006/relationships" id="258" r:id="R99fb3eea99874a78"/>
    <p:sldId xmlns:r="http://schemas.openxmlformats.org/officeDocument/2006/relationships" id="259" r:id="R30f00a86357b4c30"/>
    <p:sldId xmlns:r="http://schemas.openxmlformats.org/officeDocument/2006/relationships" id="260" r:id="Rc13fceef82f94d76"/>
    <p:sldId xmlns:r="http://schemas.openxmlformats.org/officeDocument/2006/relationships" id="261" r:id="R624001ec0c1e4307"/>
    <p:sldId xmlns:r="http://schemas.openxmlformats.org/officeDocument/2006/relationships" id="262" r:id="R37fcba5ec93c45d0"/>
    <p:sldId xmlns:r="http://schemas.openxmlformats.org/officeDocument/2006/relationships" id="263" r:id="R97b4b8de714d45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db55d488c42ed" /><Relationship Type="http://schemas.openxmlformats.org/officeDocument/2006/relationships/slideMaster" Target="/ppt/slideMasters/slideMaster1.xml" Id="Rdccc93a0d7c0496f" /><Relationship Type="http://schemas.openxmlformats.org/officeDocument/2006/relationships/notesMaster" Target="/ppt/notesMasters/notesMaster1.xml" Id="Rec1a06ece85c4699" /><Relationship Type="http://schemas.openxmlformats.org/officeDocument/2006/relationships/presProps" Target="/ppt/presProps.xml" Id="R5837d63127e04ae0" /><Relationship Type="http://schemas.openxmlformats.org/officeDocument/2006/relationships/tableStyles" Target="/ppt/tableStyles.xml" Id="R3a4275245b9644dc" /><Relationship Type="http://schemas.openxmlformats.org/officeDocument/2006/relationships/slide" Target="/ppt/slides/slide1.xml" Id="R9a4e1de0319e4360" /><Relationship Type="http://schemas.openxmlformats.org/officeDocument/2006/relationships/slide" Target="/ppt/slides/slide2.xml" Id="R559d1bf6f07d443f" /><Relationship Type="http://schemas.openxmlformats.org/officeDocument/2006/relationships/slide" Target="/ppt/slides/slide3.xml" Id="R99fb3eea99874a78" /><Relationship Type="http://schemas.openxmlformats.org/officeDocument/2006/relationships/slide" Target="/ppt/slides/slide4.xml" Id="R30f00a86357b4c30" /><Relationship Type="http://schemas.openxmlformats.org/officeDocument/2006/relationships/slide" Target="/ppt/slides/slide5.xml" Id="Rc13fceef82f94d76" /><Relationship Type="http://schemas.openxmlformats.org/officeDocument/2006/relationships/slide" Target="/ppt/slides/slide6.xml" Id="R624001ec0c1e4307" /><Relationship Type="http://schemas.openxmlformats.org/officeDocument/2006/relationships/slide" Target="/ppt/slides/slide7.xml" Id="R37fcba5ec93c45d0" /><Relationship Type="http://schemas.openxmlformats.org/officeDocument/2006/relationships/slide" Target="/ppt/slides/slide8.xml" Id="R97b4b8de714d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ff86c6a052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058a98a29418c" /><Relationship Type="http://schemas.openxmlformats.org/officeDocument/2006/relationships/notesMaster" Target="/ppt/notesMasters/notesMaster1.xml" Id="Rdc7e8ae917f449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bc8d1fb9f47b5" /><Relationship Type="http://schemas.openxmlformats.org/officeDocument/2006/relationships/notesMaster" Target="/ppt/notesMasters/notesMaster1.xml" Id="R2f0d1b0a67e347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f0e9f955c645f6" /><Relationship Type="http://schemas.openxmlformats.org/officeDocument/2006/relationships/notesMaster" Target="/ppt/notesMasters/notesMaster1.xml" Id="Rbeee20fd92e749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cca7a9233f49af" /><Relationship Type="http://schemas.openxmlformats.org/officeDocument/2006/relationships/notesMaster" Target="/ppt/notesMasters/notesMaster1.xml" Id="R652c297f1de548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36949234b4a27" /><Relationship Type="http://schemas.openxmlformats.org/officeDocument/2006/relationships/notesMaster" Target="/ppt/notesMasters/notesMaster1.xml" Id="R3224dda1ba65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f5b13dbba24f17" /><Relationship Type="http://schemas.openxmlformats.org/officeDocument/2006/relationships/notesMaster" Target="/ppt/notesMasters/notesMaster1.xml" Id="Rad6ae619744543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e91a3840794875" /><Relationship Type="http://schemas.openxmlformats.org/officeDocument/2006/relationships/notesMaster" Target="/ppt/notesMasters/notesMaster1.xml" Id="R29956f296dd3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891b85bb5a47cc" /><Relationship Type="http://schemas.openxmlformats.org/officeDocument/2006/relationships/notesMaster" Target="/ppt/notesMasters/notesMaster1.xml" Id="R1f8f2efbce8f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Photographing Pen stages and explaining problem solving.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PMI to evaluate the completed 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Final reflection, evidence review and skill transfer.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5d753644f40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8c96dbea024484" /><Relationship Type="http://schemas.openxmlformats.org/officeDocument/2006/relationships/slideLayout" Target="/ppt/slideLayouts/slideLayout1.xml" Id="R0ccf9ccf32df44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f9ccf32df44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1cda4a846499b" /><Relationship Type="http://schemas.openxmlformats.org/officeDocument/2006/relationships/image" Target="/ppt/media/image.png" Id="R652d8475d2534853" /><Relationship Type="http://schemas.openxmlformats.org/officeDocument/2006/relationships/notesSlide" Target="/ppt/notesSlides/notesSlide1.xml" Id="R06dbb10f15504d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217adfbae4b38" /><Relationship Type="http://schemas.openxmlformats.org/officeDocument/2006/relationships/notesSlide" Target="/ppt/notesSlides/notesSlide2.xml" Id="R63fbef3d80dc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9886449124c84" /><Relationship Type="http://schemas.openxmlformats.org/officeDocument/2006/relationships/notesSlide" Target="/ppt/notesSlides/notesSlide3.xml" Id="Rfc477f6bc45d4e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ce754713b4eae" /><Relationship Type="http://schemas.openxmlformats.org/officeDocument/2006/relationships/notesSlide" Target="/ppt/notesSlides/notesSlide4.xml" Id="R8b7a43de107e43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bb041697645de" /><Relationship Type="http://schemas.openxmlformats.org/officeDocument/2006/relationships/notesSlide" Target="/ppt/notesSlides/notesSlide5.xml" Id="R78a080ff919d4e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187c246074b86" /><Relationship Type="http://schemas.openxmlformats.org/officeDocument/2006/relationships/notesSlide" Target="/ppt/notesSlides/notesSlide6.xml" Id="R276c4592f392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93c3e3b074c40" /><Relationship Type="http://schemas.openxmlformats.org/officeDocument/2006/relationships/notesSlide" Target="/ppt/notesSlides/notesSlide7.xml" Id="R69d779dd8ceb41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465017f744c00" /><Relationship Type="http://schemas.openxmlformats.org/officeDocument/2006/relationships/notesSlide" Target="/ppt/notesSlides/notesSlide8.xml" Id="R5b5a3ae39afb4e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527C2-9FBC-442F-ABD8-ED44FDA8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E6976-D2A8-4060-B9BF-CDD42AD5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9348-962C-4345-916C-66290F10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3E369-A018-449B-BFC9-72A1D405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Evidence, PMI and skill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347EA-A15F-4FFC-930D-48A692E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19–20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34165-DBA6-4DCB-9C7A-0E75648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89D16-6348-41B7-9C06-C24F60E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07667-CC85-4CF0-A8CE-A9790DA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d8475d2534853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205926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908B3-5EB3-4F08-A85D-528553A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CA1A8-38A8-40AF-A8B2-1D4CEDDA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9741F-4032-4055-B8FE-A245C95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2927B-EEE4-46C4-BA2C-8D903A2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B5342-F2DA-4889-A626-B9569AD3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530E5-CCBB-4465-AF68-75535B0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8596B-D6E6-4FF4-A6D9-B348D08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6CFAC-2CE1-4DA6-93D9-7CFD0796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Photographing Pen stages and explaining problem solving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984AC-E970-4286-AFD0-C43A9CE0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B64B9-92C0-4ACC-9B5F-2C9C92C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9A7BD-2AB6-4E2B-85DC-36EBC943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PMI to evaluate the completed 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98151-4B22-4AD4-9ACD-FED1473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2AD6D-5367-499A-9C8C-8E79AF3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1E374-CB6B-4FAF-94F9-2CDFFEA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reflection, evidence review and skill transfer</a:t>
            </a:r>
          </a:p>
        </p:txBody>
      </p:sp>
    </p:spTree>
    <p:extLst>
      <p:ext uri="{BB962C8B-B14F-4D97-AF65-F5344CB8AC3E}">
        <p14:creationId xmlns:p14="http://schemas.microsoft.com/office/powerpoint/2010/main" val="17832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A077F-C4D3-4E68-A775-2150AAC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003D3-F971-48F0-9229-C9209C3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2695F-3F12-479F-A162-C64F23C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AEFB-02AA-4EF2-882E-D6B548A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Photographing Pen stages and explaining problem solving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D0959-50D2-4718-8926-51287C5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D2B6B-F74F-414F-8973-281FF26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1745D-40B1-431E-9972-A7C88CF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Purposeful evidence photography records how the Pen developed, what decisions were made and how problems were managed.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7050D-B8D5-422E-9429-858CA1EF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EDC15-2334-4863-94CB-AB1D7976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BA858-1519-4050-B95B-B096FDD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is different from taking several attractive photographs after the project is 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E6DCC-A8C4-4DB2-8F2C-7A6C7F52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5DD7B-2EFC-45C6-8981-E4513DA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DF103-80E3-4E54-8C24-996E36B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Final images can show the finished appearance, but they cannot reliably prove what happened during material selection, marking, drilling, turning, surface…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79906-30FD-4E03-B66A-A0C23BAA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38125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AE169-82E3-48DC-8191-FEEDB52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A0DFB-81E0-4B3D-86F2-28CB430D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C2C0-FD52-4BE3-9591-8042E64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C73EB-5D95-4F5F-A1A9-EC93773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PMI to evaluate the completed 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60BE-807D-4437-B473-26068996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A7873-795D-436A-9052-246A498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B5F4-EC55-4C80-9D83-3904B22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PMI evaluation helps you make a balanced, evidence-based judgement about the completed Pen.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F0562-6B50-41A4-ABA7-64AD93D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4B796-E70F-4F4D-8005-ECC3EA0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43BA6-BEB0-4FCE-A3AD-91A1E39F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PMI stands for Plus, Minus and Interesting.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7D822-4DFA-45A0-B0D8-D0774D5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A2A81-732D-4DD0-864B-7E9759D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5AC09-17FA-40A1-80B7-3DEC417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Plus identifies successful features and explains why they were successful.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774AE-1B6C-440C-9176-68A1E27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27804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C8490-5CCF-457B-ABA3-E78E165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5A2AA-1E64-4C28-87C3-2B775F59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86FB6-07EB-45F7-BBC3-0BF97D2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32E7D-FCDD-4BD4-8600-467DFEE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Final reflection, evidence review and skill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3D0A3-7304-4877-9760-21FB4F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0FEB9-4372-42CC-91AD-CE0788C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483C1-9EFB-44CB-A878-11D50D9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final reflection brings together your Pen, your project report and all collected evidence to answer one question: do your claims match what actually happened?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A8523-FD93-4BC2-9308-5A7B1AE3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3D7D5-EB32-4563-AC34-C5DD3CB8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A3175-7AF3-4C6C-8EBF-5F505641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is a verification step, not a place to add new content or guess missing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AEDE-49CB-471A-881E-1C899F9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7B92C-123D-492C-9D1B-99CE7EC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9FCEB-8A7F-457A-A12F-870E3E2F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Read your folio from start to finish and check that each statement is supported by a photograph, note, product label, teacher checkpoint or another reliable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EAB16-DE1A-48E9-8764-8660F5D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48674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C3B23-2BE4-4B02-BC2A-92C70E9D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6E8B-E2B5-45FF-8820-5903EAE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C9540-2603-41BA-85B0-A195A18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02519-A5A1-4C89-BE89-4DBDCD1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899E9-2596-4CBB-A6EF-8C41632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435D1-F6B2-4DA7-A221-402A5DE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Photographing Pen stages and explaining problem solving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0AE8B-CAB4-410A-9C24-A54E977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AC01A-5AB1-405C-85AB-BE7B060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Using PMI to evaluate the completed 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5FB97-4DB1-44E6-AA47-9D2C7F2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48513-157C-4C2B-BC36-D39A7BD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Final reflection, evidence review and skill transfer</a:t>
            </a:r>
          </a:p>
        </p:txBody>
      </p:sp>
    </p:spTree>
    <p:extLst>
      <p:ext uri="{BB962C8B-B14F-4D97-AF65-F5344CB8AC3E}">
        <p14:creationId xmlns:p14="http://schemas.microsoft.com/office/powerpoint/2010/main" val="1640101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50485-7E44-4E88-A474-D3E0AAE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098B8-0FA2-4211-941E-65F091C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6F6DD-A108-455E-9369-9F64A82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C1A14-39DB-47E5-A3B2-C609106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FB926-397B-4F03-800F-365CEF1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7694C-F8C8-493C-8C4A-E7064F8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D7C7-EC01-488C-B8B3-D5A900A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45886-E8FD-454E-8B1E-B9CD60D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1B617-1CDF-431C-9BB0-6AC5138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C3990-50F9-481A-96AC-FB6BCF8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57468-0C47-4DC9-9AC5-5986C1B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619D8-1B43-4EB9-9C34-2A95782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E043-7721-41BB-ADCB-27A47E6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0A4E7-A4DD-446F-8370-49C4AB2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4D131-3B43-4D08-8319-E2A67DE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637162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B1421-2E91-4A00-9111-EAF089A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BA5B9-8362-4AB1-8549-64835DE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9507F-86E0-4730-B59B-1186338F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ECB43-8AEF-479B-90B3-A8BD0AD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19232-0893-4B4C-9AFB-DAF70F3D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BFD5E-BDD2-4CA5-8299-2F4780B8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8CD0E-BC08-4274-91CF-3EB3F57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Photographing Pen stages and explaining problem solving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C2957-833C-4656-90EB-CF26C9D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327D7-8CEA-44CE-BD24-5D425EB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C195F-CB81-4329-B8C3-C37CA4E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041D7-5574-4CD3-86A3-ADFB33C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A8769-EC54-42E3-B86C-1ED91E9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52710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2026-08-16T02:12:37.3430000Z</dcterms:created>
  <dcterms:modified xsi:type="dcterms:W3CDTF">2026-08-16T02:12:37.3430000Z</dcterms:modified>
</coreProperties>
</file>