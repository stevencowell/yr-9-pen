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62240789f3467b" /><Relationship Type="http://schemas.openxmlformats.org/officeDocument/2006/relationships/extended-properties" Target="/docProps/app.xml" Id="Rac1823b7831a4c00" /><Relationship Type="http://schemas.openxmlformats.org/officeDocument/2006/relationships/officeDocument" Target="/ppt/presentation.xml" Id="Rb2c856889a0445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363adcd80e46c6"/>
  </p:sldMasterIdLst>
  <p:notesMasterIdLst>
    <p:notesMasterId xmlns:r="http://schemas.openxmlformats.org/officeDocument/2006/relationships" r:id="R062e9b2877af4928"/>
  </p:notesMasterIdLst>
  <p:sldIdLst>
    <p:sldId xmlns:r="http://schemas.openxmlformats.org/officeDocument/2006/relationships" id="256" r:id="Rf25c3153aa4e4c13"/>
    <p:sldId xmlns:r="http://schemas.openxmlformats.org/officeDocument/2006/relationships" id="257" r:id="R6b685a003a2e49ca"/>
    <p:sldId xmlns:r="http://schemas.openxmlformats.org/officeDocument/2006/relationships" id="258" r:id="R54034bf99a7f4e92"/>
    <p:sldId xmlns:r="http://schemas.openxmlformats.org/officeDocument/2006/relationships" id="259" r:id="R83aacb974cc546c0"/>
    <p:sldId xmlns:r="http://schemas.openxmlformats.org/officeDocument/2006/relationships" id="260" r:id="R71827840e560464d"/>
    <p:sldId xmlns:r="http://schemas.openxmlformats.org/officeDocument/2006/relationships" id="261" r:id="R9ddf871ab9b6482a"/>
    <p:sldId xmlns:r="http://schemas.openxmlformats.org/officeDocument/2006/relationships" id="262" r:id="R3206c8b6a7d2476e"/>
    <p:sldId xmlns:r="http://schemas.openxmlformats.org/officeDocument/2006/relationships" id="263" r:id="Rc1f02cc5235e4d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3174bf28cf47a0" /><Relationship Type="http://schemas.openxmlformats.org/officeDocument/2006/relationships/slideMaster" Target="/ppt/slideMasters/slideMaster1.xml" Id="Rdb363adcd80e46c6" /><Relationship Type="http://schemas.openxmlformats.org/officeDocument/2006/relationships/notesMaster" Target="/ppt/notesMasters/notesMaster1.xml" Id="R062e9b2877af4928" /><Relationship Type="http://schemas.openxmlformats.org/officeDocument/2006/relationships/presProps" Target="/ppt/presProps.xml" Id="R89b1c5d8a48543dd" /><Relationship Type="http://schemas.openxmlformats.org/officeDocument/2006/relationships/tableStyles" Target="/ppt/tableStyles.xml" Id="R0ad95a0e3e4d45ef" /><Relationship Type="http://schemas.openxmlformats.org/officeDocument/2006/relationships/slide" Target="/ppt/slides/slide1.xml" Id="Rf25c3153aa4e4c13" /><Relationship Type="http://schemas.openxmlformats.org/officeDocument/2006/relationships/slide" Target="/ppt/slides/slide2.xml" Id="R6b685a003a2e49ca" /><Relationship Type="http://schemas.openxmlformats.org/officeDocument/2006/relationships/slide" Target="/ppt/slides/slide3.xml" Id="R54034bf99a7f4e92" /><Relationship Type="http://schemas.openxmlformats.org/officeDocument/2006/relationships/slide" Target="/ppt/slides/slide4.xml" Id="R83aacb974cc546c0" /><Relationship Type="http://schemas.openxmlformats.org/officeDocument/2006/relationships/slide" Target="/ppt/slides/slide5.xml" Id="R71827840e560464d" /><Relationship Type="http://schemas.openxmlformats.org/officeDocument/2006/relationships/slide" Target="/ppt/slides/slide6.xml" Id="R9ddf871ab9b6482a" /><Relationship Type="http://schemas.openxmlformats.org/officeDocument/2006/relationships/slide" Target="/ppt/slides/slide7.xml" Id="R3206c8b6a7d2476e" /><Relationship Type="http://schemas.openxmlformats.org/officeDocument/2006/relationships/slide" Target="/ppt/slides/slide8.xml" Id="Rc1f02cc5235e4d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7bb42544164b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9ef817e8a346b3" /><Relationship Type="http://schemas.openxmlformats.org/officeDocument/2006/relationships/notesMaster" Target="/ppt/notesMasters/notesMaster1.xml" Id="R74ea4246ef9b40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fd545038694bd4" /><Relationship Type="http://schemas.openxmlformats.org/officeDocument/2006/relationships/notesMaster" Target="/ppt/notesMasters/notesMaster1.xml" Id="R2dadb5229e8244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c0db49632c4848" /><Relationship Type="http://schemas.openxmlformats.org/officeDocument/2006/relationships/notesMaster" Target="/ppt/notesMasters/notesMaster1.xml" Id="R3a5f145862ed48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8f2296c0ca4725" /><Relationship Type="http://schemas.openxmlformats.org/officeDocument/2006/relationships/notesMaster" Target="/ppt/notesMasters/notesMaster1.xml" Id="R8f2d12ad54c645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b592d72175494f" /><Relationship Type="http://schemas.openxmlformats.org/officeDocument/2006/relationships/notesMaster" Target="/ppt/notesMasters/notesMaster1.xml" Id="R38d8dc5b51314e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383f3fc7ad41bf" /><Relationship Type="http://schemas.openxmlformats.org/officeDocument/2006/relationships/notesMaster" Target="/ppt/notesMasters/notesMaster1.xml" Id="R699e133ddeec44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6f92fd70d64c0f" /><Relationship Type="http://schemas.openxmlformats.org/officeDocument/2006/relationships/notesMaster" Target="/ppt/notesMasters/notesMaster1.xml" Id="Rd06a8f7b36414f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4c698e1f194b5f" /><Relationship Type="http://schemas.openxmlformats.org/officeDocument/2006/relationships/notesMaster" Target="/ppt/notesMasters/notesMaster1.xml" Id="R224184a9ee164e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From square blank to controlled cylindrical 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Understanding cutting and scraping during Pen turning.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Monitoring profile, alignment and material removal against approved kit references.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bbcb578c7d4c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5844970de341ff" /><Relationship Type="http://schemas.openxmlformats.org/officeDocument/2006/relationships/slideLayout" Target="/ppt/slideLayouts/slideLayout1.xml" Id="R756aacf37b3e4c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6aacf37b3e4c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59dd2a4984dc2" /><Relationship Type="http://schemas.openxmlformats.org/officeDocument/2006/relationships/image" Target="/ppt/media/image.png" Id="R93d7e43712f14eb7" /><Relationship Type="http://schemas.openxmlformats.org/officeDocument/2006/relationships/notesSlide" Target="/ppt/notesSlides/notesSlide1.xml" Id="Re8bfd4459cca48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3f096e9e340ba" /><Relationship Type="http://schemas.openxmlformats.org/officeDocument/2006/relationships/notesSlide" Target="/ppt/notesSlides/notesSlide2.xml" Id="Rb3e4431bf61a4b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85a9660f448d1" /><Relationship Type="http://schemas.openxmlformats.org/officeDocument/2006/relationships/notesSlide" Target="/ppt/notesSlides/notesSlide3.xml" Id="R2fedb949cf2740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4085c1261495c" /><Relationship Type="http://schemas.openxmlformats.org/officeDocument/2006/relationships/notesSlide" Target="/ppt/notesSlides/notesSlide4.xml" Id="Rca140ac8fc5142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aec5a7a4f4dae" /><Relationship Type="http://schemas.openxmlformats.org/officeDocument/2006/relationships/notesSlide" Target="/ppt/notesSlides/notesSlide5.xml" Id="R3e8cf083b28947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e76108b89445a" /><Relationship Type="http://schemas.openxmlformats.org/officeDocument/2006/relationships/notesSlide" Target="/ppt/notesSlides/notesSlide6.xml" Id="R1830d17e52c745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9bf08aa4b476a" /><Relationship Type="http://schemas.openxmlformats.org/officeDocument/2006/relationships/notesSlide" Target="/ppt/notesSlides/notesSlide7.xml" Id="R3daf8ffe1fb14f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4c597b6524466" /><Relationship Type="http://schemas.openxmlformats.org/officeDocument/2006/relationships/notesSlide" Target="/ppt/notesSlides/notesSlide8.xml" Id="R0b940ac038f64c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1CE81-3899-4559-AA0C-85F50839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531B1-D00D-4E28-9F59-653808CA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EF16C-6B5A-4444-8811-AE5C4579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A14F6-3A90-4F01-AE6F-4FB3D0C2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Controlled turning and profile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FCDB4-2295-4723-8F1E-F32B22CC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9–10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885AE-88A0-4E58-B130-262B2C5A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30A33-499F-4008-B695-75843F38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2B498-48CB-49F8-97B9-BF36CE55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5D2BE"/>
          </a:solidFill>
          <a:ln xmlns:a="http://schemas.openxmlformats.org/drawingml/2006/main" w="0">
            <a:solidFill>
              <a:srgbClr val="E5D2B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7e43712f14eb7"/>
          <a:stretch xmlns:a="http://schemas.openxmlformats.org/drawingml/2006/main"/>
        </p:blipFill>
        <p:spPr>
          <a:xfrm xmlns:a="http://schemas.openxmlformats.org/drawingml/2006/main">
            <a:off x="7658100" y="2326521"/>
            <a:ext cx="3714750" cy="2090658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5372486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4E577B-3CF5-4569-972B-29714026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153B3-01CE-451C-9DC5-77E08E9D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6CB87-4614-4D96-AD08-13972941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A2F0A-3E41-43DA-A18E-EE2EC485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92FBD-9EB6-4865-81C0-FB844FC1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982F1-1FEB-45C8-B444-38768FB8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85CDC-7028-41A7-B3A6-A0B4010C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9D7E9-4215-4448-8B69-FE2F7998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From square blank to controlled cylindrical 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48135-122A-4E03-8274-7963266E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369D7-4ABB-4EC3-9038-2DDBA825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EA1E0-026F-4892-9612-18AEE85E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Understanding cutting and scraping during Pen turning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5BCCD-F6FB-4967-896B-7626CAB0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CF827-E425-48E9-9815-4D543C45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CB461-A3AB-4D38-8525-C5F42E85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Monitoring profile, alignment and material removal against approved kit…</a:t>
            </a:r>
          </a:p>
        </p:txBody>
      </p:sp>
    </p:spTree>
    <p:extLst>
      <p:ext uri="{BB962C8B-B14F-4D97-AF65-F5344CB8AC3E}">
        <p14:creationId xmlns:p14="http://schemas.microsoft.com/office/powerpoint/2010/main" val="8298949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7914FE-B17F-4CB8-A0DE-9FC4802A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762D5-FAC6-4A21-93C6-F10632ED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A5E03-4D30-4382-96C4-EF2BD09D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42337-0D7F-4291-B79E-DD6D33A3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From square blank to controlled cylindrical 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53D2C-ABE8-42A6-9877-54650FF4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C238A-E191-47A3-88D0-8C54DFAF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C5A1B-DC6A-4820-8C88-7EFD3B29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Transforming an approved square Pen blank into a controlled cylindrical form is a gradual shaping process based on observation, restraint and repeated checking.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4A7AF-8846-4C40-8B99-399C4941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037B0-CD1E-4D17-8CD7-F37EC405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D37C1-FD23-4485-B1DB-DE64EE2B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At the beginning, the blank has flat faces, straight edges and corners.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6F746-F248-4D2B-AF23-DEEFB245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12C1D-CA82-4907-9799-82893C64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C585B-A940-44EA-8136-31792746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During teacher-approved turning, material is removed so the rotating work gradually becomes round around its central axis.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E817E-2BF9-4AC7-9B19-65C3305F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6357385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B63519-D378-4967-AAF2-94E0A8D1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8097E-ED61-431A-B4EF-65954629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4AF40-5CD9-40F9-A285-14069B57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5C408-BF17-4D14-BB6A-D1CB5F4C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Understanding cutting and scraping during Pen turning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479B4-8955-4AEC-861B-F9B21024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FD111-6436-4804-8F3F-64D05FC8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EFF83-27F4-44DD-A630-6B7B509B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During the authorised Pen turning stage, students may use cutting and scraping actions as demonstrated by the teacher.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D4752-313E-446C-A476-971D4E8D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2B7C8-3AF0-45C1-B663-4F6BE6A9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8F544-A5E6-4F38-A0AC-E127280E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These actions both remove timber, but they interact with the fibres in different ways and can leave different surface results.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1967C-DB59-4805-982D-68790326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010B79-08C7-4AD9-9F1C-C57EFFE0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07A59-D667-486B-8FF8-77F1ECD7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purpose of learning about them is not to memorise a tool recipe.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E5A04-060B-4031-B0F4-64CF0137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8064744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BE3B0-8B89-4C46-A7A9-2DF5964B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E2393-11CC-4C5C-B472-C9A68BED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98173-168C-45C6-9F83-C75A91EE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B3699-7BAB-4E3E-8A2D-F0DB9C62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Monitoring profile, alignment and material removal…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4CA72-C5CD-4EEB-900D-5DD075B7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959C9-09BE-4308-828A-20223A65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72254-C069-4FAD-A012-ED353D67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Monitoring profile, alignment and material removal is the stage where careful observation and disciplined checking determine the quality of the finished Pen.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CB4D0-1E7E-4E4D-AC4B-987D10D1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8B603-A083-47CA-A9C1-B23162A3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9D904-C1F9-4D83-AF1B-62EE2614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As the two timber bodies develop on the approved mandrel, students must compare what they see with the supplied kit instructions, the teacher demonstration and the…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C7525-CEF0-4D7A-8984-85F6FF4F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872B6-731D-4828-806C-2C6C6AA0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F270C-C4F7-44A2-BD81-ED79BDFE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This is not about guessing a final shape or copying another student’s work.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F5E93-66F3-4FF0-81A6-63D435F3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8857817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A7F21-B968-474C-BF69-73E024F4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8896A-E240-4F1D-A335-1437A64B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6C6BC-3DDC-4870-BAD5-67202CEF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3851C-61C0-41F0-958F-A4C8C15C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89055-98DA-4696-8AFA-1293B58B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D4865-E694-4372-B1CD-395DED0F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From square blank to controlled cylindrical 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0C95E-7D6B-4FF8-8305-FB92DC4A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82BC4-1B55-4860-A14A-8D99AA92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Understanding cutting and scraping during Pen turning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7E254-8CF0-4518-BB9D-4F76FB73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7D69A-1B68-4771-9713-B66CE7BC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Monitoring profile, alignment and material removal against approved kit references</a:t>
            </a:r>
          </a:p>
        </p:txBody>
      </p:sp>
    </p:spTree>
    <p:extLst>
      <p:ext uri="{BB962C8B-B14F-4D97-AF65-F5344CB8AC3E}">
        <p14:creationId xmlns:p14="http://schemas.microsoft.com/office/powerpoint/2010/main" val="15361077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094A10-E396-4F49-8789-9EE01587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1A8F3-EBBD-47E7-8EC3-0620CA1E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8E333-1F95-4B39-9321-DC62D6D9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34376-EF01-4AAF-8314-D087B696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5BBFC-E86B-4F45-A2BE-1F69F3FC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EAA9D-B9F3-4DE4-88BA-FE1AB30E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BD2DC-B470-438A-BFD1-51DFAD6D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17989-758B-416B-9257-1294363B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89639-C678-47D9-80F1-FB694DA5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9F5D1-6937-4B28-A329-1B72CA98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864B2A-CC1D-41D5-85CF-145243FC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FEA43-9F55-4E18-831D-1541BD95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F8DDF-1C2F-4937-A2EF-FF6EB98C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B601AA-8FDE-404D-BE3B-615870BC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8EE02-22A6-4481-AB18-73685736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6860878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3C347-FA9A-4812-804E-B358BDF6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A2F57-8F8E-437B-BD46-FD4ED2E0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CCAFC-7DD1-4EC7-88D0-358EEDC1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443A1-70EE-4F36-A5AA-63626041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B7689-6EAC-4B79-B8E9-3AC1BAFE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5EE57-2021-487C-ABC3-A96FCDD4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D2843-86F0-4901-BA33-7D0474F3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From square blank to controlled cylindrical 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EB087-EB7B-48C6-BBB9-CBD5AABC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2F32D-5051-4FB5-88D2-EC898B1B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04BA0-391D-43FC-9B67-723F2F63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16C36-F9D9-4EC4-BD2F-A6C533A1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04814-0F3F-483A-9CF3-779D928E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4632228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2026-08-16T02:12:34.5570000Z</dcterms:created>
  <dcterms:modified xsi:type="dcterms:W3CDTF">2026-08-16T02:12:34.5570000Z</dcterms:modified>
</coreProperties>
</file>