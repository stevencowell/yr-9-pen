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4d6de4a9c44849" /><Relationship Type="http://schemas.openxmlformats.org/officeDocument/2006/relationships/extended-properties" Target="/docProps/app.xml" Id="R822872220d6b4b8b" /><Relationship Type="http://schemas.openxmlformats.org/officeDocument/2006/relationships/officeDocument" Target="/ppt/presentation.xml" Id="R1921e3e40d3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ea1935c0104ba4"/>
  </p:sldMasterIdLst>
  <p:notesMasterIdLst>
    <p:notesMasterId xmlns:r="http://schemas.openxmlformats.org/officeDocument/2006/relationships" r:id="R1cde34544b554baa"/>
  </p:notesMasterIdLst>
  <p:sldIdLst>
    <p:sldId xmlns:r="http://schemas.openxmlformats.org/officeDocument/2006/relationships" id="256" r:id="Re130cbf6200b43d5"/>
    <p:sldId xmlns:r="http://schemas.openxmlformats.org/officeDocument/2006/relationships" id="257" r:id="R51b1c8d72b2a406a"/>
    <p:sldId xmlns:r="http://schemas.openxmlformats.org/officeDocument/2006/relationships" id="258" r:id="Rac0a33fada45476a"/>
    <p:sldId xmlns:r="http://schemas.openxmlformats.org/officeDocument/2006/relationships" id="259" r:id="Re8f6459283de4a13"/>
    <p:sldId xmlns:r="http://schemas.openxmlformats.org/officeDocument/2006/relationships" id="260" r:id="R07159673f1454569"/>
    <p:sldId xmlns:r="http://schemas.openxmlformats.org/officeDocument/2006/relationships" id="261" r:id="R3d0caf9959b04089"/>
    <p:sldId xmlns:r="http://schemas.openxmlformats.org/officeDocument/2006/relationships" id="262" r:id="R47b3198c41324010"/>
    <p:sldId xmlns:r="http://schemas.openxmlformats.org/officeDocument/2006/relationships" id="263" r:id="R32e6819c2efe43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40e2a882df468e" /><Relationship Type="http://schemas.openxmlformats.org/officeDocument/2006/relationships/slideMaster" Target="/ppt/slideMasters/slideMaster1.xml" Id="Ra0ea1935c0104ba4" /><Relationship Type="http://schemas.openxmlformats.org/officeDocument/2006/relationships/notesMaster" Target="/ppt/notesMasters/notesMaster1.xml" Id="R1cde34544b554baa" /><Relationship Type="http://schemas.openxmlformats.org/officeDocument/2006/relationships/presProps" Target="/ppt/presProps.xml" Id="R3686e72b1b174965" /><Relationship Type="http://schemas.openxmlformats.org/officeDocument/2006/relationships/tableStyles" Target="/ppt/tableStyles.xml" Id="R17f3773ecf764688" /><Relationship Type="http://schemas.openxmlformats.org/officeDocument/2006/relationships/slide" Target="/ppt/slides/slide1.xml" Id="Re130cbf6200b43d5" /><Relationship Type="http://schemas.openxmlformats.org/officeDocument/2006/relationships/slide" Target="/ppt/slides/slide2.xml" Id="R51b1c8d72b2a406a" /><Relationship Type="http://schemas.openxmlformats.org/officeDocument/2006/relationships/slide" Target="/ppt/slides/slide3.xml" Id="Rac0a33fada45476a" /><Relationship Type="http://schemas.openxmlformats.org/officeDocument/2006/relationships/slide" Target="/ppt/slides/slide4.xml" Id="Re8f6459283de4a13" /><Relationship Type="http://schemas.openxmlformats.org/officeDocument/2006/relationships/slide" Target="/ppt/slides/slide5.xml" Id="R07159673f1454569" /><Relationship Type="http://schemas.openxmlformats.org/officeDocument/2006/relationships/slide" Target="/ppt/slides/slide6.xml" Id="R3d0caf9959b04089" /><Relationship Type="http://schemas.openxmlformats.org/officeDocument/2006/relationships/slide" Target="/ppt/slides/slide7.xml" Id="R47b3198c41324010" /><Relationship Type="http://schemas.openxmlformats.org/officeDocument/2006/relationships/slide" Target="/ppt/slides/slide8.xml" Id="R32e6819c2efe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b3537ff6e6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cba14b7b2431c" /><Relationship Type="http://schemas.openxmlformats.org/officeDocument/2006/relationships/notesMaster" Target="/ppt/notesMasters/notesMaster1.xml" Id="R836e04442d2e48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fb20b6a3b4a4a" /><Relationship Type="http://schemas.openxmlformats.org/officeDocument/2006/relationships/notesMaster" Target="/ppt/notesMasters/notesMaster1.xml" Id="Rccb6c5f8a8d147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26e0143bd440f" /><Relationship Type="http://schemas.openxmlformats.org/officeDocument/2006/relationships/notesMaster" Target="/ppt/notesMasters/notesMaster1.xml" Id="Rbe8c1b1282d44d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3a1eaa1e184f85" /><Relationship Type="http://schemas.openxmlformats.org/officeDocument/2006/relationships/notesMaster" Target="/ppt/notesMasters/notesMaster1.xml" Id="R9e53358deb64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47ca79e6094c07" /><Relationship Type="http://schemas.openxmlformats.org/officeDocument/2006/relationships/notesMaster" Target="/ppt/notesMasters/notesMaster1.xml" Id="R257ae411dd8b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8adbc78f64475" /><Relationship Type="http://schemas.openxmlformats.org/officeDocument/2006/relationships/notesMaster" Target="/ppt/notesMasters/notesMaster1.xml" Id="R1141e6482dde4e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5d80422f2d489a" /><Relationship Type="http://schemas.openxmlformats.org/officeDocument/2006/relationships/notesMaster" Target="/ppt/notesMasters/notesMaster1.xml" Id="Rcac3946f696b45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5ab5754754653" /><Relationship Type="http://schemas.openxmlformats.org/officeDocument/2006/relationships/notesMaster" Target="/ppt/notesMasters/notesMaster1.xml" Id="R4722ce64d6f34d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Marking the Pen billet and preserving reliable 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Preparing the two brass sleeves for the approved Pen kit.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Drilling clean Pen blank holes and clearing swarf.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049ba631043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5a45d71c1841d9" /><Relationship Type="http://schemas.openxmlformats.org/officeDocument/2006/relationships/slideLayout" Target="/ppt/slideLayouts/slideLayout1.xml" Id="R10d66da2a21f40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66da2a21f40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3162eb28f444e" /><Relationship Type="http://schemas.openxmlformats.org/officeDocument/2006/relationships/image" Target="/ppt/media/image.bin" Id="R0a673165cdb04074" /><Relationship Type="http://schemas.openxmlformats.org/officeDocument/2006/relationships/notesSlide" Target="/ppt/notesSlides/notesSlide1.xml" Id="Rb4513ac5261640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d8d174cb64390" /><Relationship Type="http://schemas.openxmlformats.org/officeDocument/2006/relationships/notesSlide" Target="/ppt/notesSlides/notesSlide2.xml" Id="R34134c9676f547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6bf4eab854484" /><Relationship Type="http://schemas.openxmlformats.org/officeDocument/2006/relationships/notesSlide" Target="/ppt/notesSlides/notesSlide3.xml" Id="R9ad7e528ad5046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cf719e63d45db" /><Relationship Type="http://schemas.openxmlformats.org/officeDocument/2006/relationships/notesSlide" Target="/ppt/notesSlides/notesSlide4.xml" Id="R8370454d9ec6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4ae338e524711" /><Relationship Type="http://schemas.openxmlformats.org/officeDocument/2006/relationships/notesSlide" Target="/ppt/notesSlides/notesSlide5.xml" Id="Ra6a48af8d77742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e88c467934f4c" /><Relationship Type="http://schemas.openxmlformats.org/officeDocument/2006/relationships/notesSlide" Target="/ppt/notesSlides/notesSlide6.xml" Id="R29c2aac9d483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33eccdbaf4c21" /><Relationship Type="http://schemas.openxmlformats.org/officeDocument/2006/relationships/notesSlide" Target="/ppt/notesSlides/notesSlide7.xml" Id="R0b130f0dcb1542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dbd67b71d4223" /><Relationship Type="http://schemas.openxmlformats.org/officeDocument/2006/relationships/notesSlide" Target="/ppt/notesSlides/notesSlide8.xml" Id="R5bd1f04dd63843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25177-5EA2-4280-AB55-4D8B474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D512B-BF5C-4532-AB1F-2B971E4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40641-1EF0-43B8-B7B1-76016732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1FD78-FB7C-4B2E-8A97-1EEACFA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Marking, sleeves and clean drilling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5C1DE-9B5B-4791-ACD9-B4132D93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5–6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9CE36-6A77-46FE-B729-25C1A6A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D1B2E-5637-4E37-AAF7-6C88543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421BD-8B42-4BBC-858F-286C6A2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73165cdb04074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418039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30CDB-F455-471D-B455-98CFB589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84406-858E-4336-86B3-E2E8594B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1DDD4-0016-4CDE-97CC-1BC35F8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55EE6-28E9-48C6-835A-12BE6A55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0A4D9-DE7A-452D-BD3E-986D19DD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F6B7D-CD03-447A-ABF6-A7E3E367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9CA70-54F6-4245-BC3A-DFB008D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3ED6D-CA26-497C-B63E-B3231C04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Marking the Pen billet and preserving reliable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CC68B-A048-42F6-8CDE-8B54F848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6142C-AE32-41E0-A6F0-1133889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874DD-2389-4C59-98D5-ADDCBAD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Preparing the two brass sleeves for the approved Pen 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590B4-7FD4-425D-B996-4484E59D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EE818-FD5F-4BCD-85B0-C007F9E6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8145C-B51D-4A7B-A292-77718FAD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Drilling clean Pen blank holes and clearing swarf</a:t>
            </a:r>
          </a:p>
        </p:txBody>
      </p:sp>
    </p:spTree>
    <p:extLst>
      <p:ext uri="{BB962C8B-B14F-4D97-AF65-F5344CB8AC3E}">
        <p14:creationId xmlns:p14="http://schemas.microsoft.com/office/powerpoint/2010/main" val="1024275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26D6D-5CEF-4402-A3FA-3AAD7E2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D0D34-87C8-4F3A-A14F-911D3FF6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B7026-EC4E-4855-AE7C-4B11F9B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0178B-4AD3-43C3-8EEF-C06AFEF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Marking the Pen billet and preserving reliable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2B491-1E37-4C19-AE8A-360CCD10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2FFC5-4256-426B-884B-7D38066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33DB2-C50C-4FBD-A8BD-53F102F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Marking the Pen billet establishes the references that guide every later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731AD-B29E-48A0-B1CB-288CA386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513AE-F8FD-4675-99EE-E3FA69A5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F577C-F05D-450B-8322-E72ED9D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At this stage you are not creating a set of cutting dimensions; you are creating reliable information that helps you keep parts identified and aligned.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265F2-025A-4E0C-92E1-C69BC797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4CB08-F27C-48E3-9236-95DACF73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AB11B-3F71-4CA5-A6D4-87A1D3A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verified requirement is to place a mark along the timber length that crosses the centre.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7613F-8A6A-467B-8D81-B0BEAD4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6913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49D18-66FE-4FCA-BF69-E204925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57F7-ECEA-4A68-9468-BEDB7638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2D818-F62E-4932-A1C9-FCB7C8CC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79FFE-2A3F-410D-9DB4-15570C63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Preparing the two brass sleeves for the approved Pen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1880A-FE73-49BA-BBD7-DD30B70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74408-8751-4B07-B550-A699843B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64109-3DC8-4F0D-A018-49DDA0D7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Pen kit contains two brass sleeves that must be identified and prepared carefully before the bonding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1F2C4-EA7E-474C-B1AB-14873C2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4A2A5-6621-42A5-884E-D165A54E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728DA-0B2F-4584-BCCA-808D32B4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verified process begins by removing the two sleeves from the plastic kit bag and confirming that they belong to the supplied kit.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E666F-1299-4CD1-A6B7-A0B0B568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851D9-76B0-43AC-9342-52E4C63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ABFED-315F-44AC-8F2B-3EF6C87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Although the parts may appear simple, their preparation affects the quality and reliability of later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C452C-5D23-4A2C-A627-1A32A1EF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98550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6927E-C4BE-4DD2-8C46-9CE7F55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80E38-46D7-4689-B535-A9E2A057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24512-FEDD-4413-BFE4-F2D92FE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2C11-1127-46DA-9FE3-E21D7CB0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Drilling clean Pen blank holes and clearing swarf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91E95-612F-4141-8E66-84E309F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A58BB-0978-435B-9101-342D4E3F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90B1A-9E6D-4904-93DF-25A1D9AF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Drilling the Pen blank creates the internal holes required for the approved kit, so this stage affects both safety and later product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261EE-5A4E-4ACA-9976-9E239E59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E4FC2-71C2-449A-B6DD-639A944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F9166-AAD6-4BD1-B044-D363987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goal is a straight, clean and kit-matched result produced through the teacher-approved local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C3425-2829-4F90-B8E4-A7637E79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04800-7638-4414-A1E1-0E3D9AB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7B194-4786-494B-B5A3-B3CA5F7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must not select a bit, setup or procedure from memory or from another Pen kit.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425F0-5981-4A81-A18B-DC97763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09527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EA566-51F6-4509-B18A-A788714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55563-CA50-477F-8A63-BF1D741A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1B498-CBDD-4C06-BD35-E200BAA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389E0-35C6-41E3-AD00-E674BB81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FCC8D-79BD-48FA-8C00-7A1996A2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53DB0-3992-4FAE-849C-06B6B02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Marking the Pen billet and preserving reliable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51635-8429-4FC9-9605-9C6E72C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83A41-F00F-4978-B3E3-F502403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Preparing the two brass sleeves for the approved Pen 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462BC-B866-48EB-8263-D1A65D0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0D8D1-FF7D-4AFD-B38F-084331B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Drilling clean Pen blank holes and clearing swarf</a:t>
            </a:r>
          </a:p>
        </p:txBody>
      </p:sp>
    </p:spTree>
    <p:extLst>
      <p:ext uri="{BB962C8B-B14F-4D97-AF65-F5344CB8AC3E}">
        <p14:creationId xmlns:p14="http://schemas.microsoft.com/office/powerpoint/2010/main" val="172571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A5887-F38D-4CDA-AC79-F7772EC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D8425-F784-45C5-ADA4-942E7A2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0839-48A4-4AEF-9656-8F1075AB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63F8-4627-403C-823B-20CEB7E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D4C2F-80E5-4AE7-BBDC-07F0FB21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BE437-1B1C-4BAA-A31C-3D15B4F4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5FDC7-D2C4-48CA-BAD7-78C2B45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A29F8-5349-4431-9923-38C41761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1F11A-6AEF-479D-B228-0F0B211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43B63-47C5-44AF-A4D4-06BB9D79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3D345-068D-46F4-A7A4-A4E3B57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7F9E8-5063-401D-B1D5-589F7C55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ECF18-AC55-4987-A79B-A84B0404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7A591-FF13-4845-BC81-2993F4EE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E3196-4DCA-4CF9-86C0-4CCC8F9F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824116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22668-A352-4E75-BFB3-390CE89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75337-97EE-4D2B-9105-E803C08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E6EBE-9FFD-41F8-B020-7635BF4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B3A57-62E4-4801-B01B-65998CAA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7A143-A2C5-4F63-BA82-FCF769AB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05D50-AEA5-4348-9534-1D3CC747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F6AB2-63F1-4574-B75A-5AC8105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Marking the Pen billet and preserving reliable 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08902-B38D-4BFC-8E79-B061D73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C170F-2032-4AB6-A89D-410F1F3B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D46D7-F2F3-4557-BDA4-3BDDE31A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2B0CB-104D-4939-916E-ADC74E10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D4C06-2358-414E-8C29-3B1B1909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848212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2026-08-16T02:12:33.5550000Z</dcterms:created>
  <dcterms:modified xsi:type="dcterms:W3CDTF">2026-08-16T02:12:33.5550000Z</dcterms:modified>
</coreProperties>
</file>