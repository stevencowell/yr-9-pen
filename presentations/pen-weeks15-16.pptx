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8db4e467ae4a3c" /><Relationship Type="http://schemas.openxmlformats.org/officeDocument/2006/relationships/extended-properties" Target="/docProps/app.xml" Id="Rbb000328663b44b5" /><Relationship Type="http://schemas.openxmlformats.org/officeDocument/2006/relationships/officeDocument" Target="/ppt/presentation.xml" Id="Red19e0699f0147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d5427d1a504945"/>
  </p:sldMasterIdLst>
  <p:notesMasterIdLst>
    <p:notesMasterId xmlns:r="http://schemas.openxmlformats.org/officeDocument/2006/relationships" r:id="Re377adbf4e3f4c25"/>
  </p:notesMasterIdLst>
  <p:sldIdLst>
    <p:sldId xmlns:r="http://schemas.openxmlformats.org/officeDocument/2006/relationships" id="256" r:id="Rd6d87a14f6c6444a"/>
    <p:sldId xmlns:r="http://schemas.openxmlformats.org/officeDocument/2006/relationships" id="257" r:id="R92fdd73ab6dd45a4"/>
    <p:sldId xmlns:r="http://schemas.openxmlformats.org/officeDocument/2006/relationships" id="258" r:id="R92a52f80a22849e2"/>
    <p:sldId xmlns:r="http://schemas.openxmlformats.org/officeDocument/2006/relationships" id="259" r:id="R6635e2ea69bc4ded"/>
    <p:sldId xmlns:r="http://schemas.openxmlformats.org/officeDocument/2006/relationships" id="260" r:id="Re9a43223cae74733"/>
    <p:sldId xmlns:r="http://schemas.openxmlformats.org/officeDocument/2006/relationships" id="261" r:id="R0db84c75992b40c0"/>
    <p:sldId xmlns:r="http://schemas.openxmlformats.org/officeDocument/2006/relationships" id="262" r:id="Rff342ccabc23406a"/>
    <p:sldId xmlns:r="http://schemas.openxmlformats.org/officeDocument/2006/relationships" id="263" r:id="Rcd0364fb4c374c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e6b2931e2f4422" /><Relationship Type="http://schemas.openxmlformats.org/officeDocument/2006/relationships/slideMaster" Target="/ppt/slideMasters/slideMaster1.xml" Id="Rced5427d1a504945" /><Relationship Type="http://schemas.openxmlformats.org/officeDocument/2006/relationships/notesMaster" Target="/ppt/notesMasters/notesMaster1.xml" Id="Re377adbf4e3f4c25" /><Relationship Type="http://schemas.openxmlformats.org/officeDocument/2006/relationships/presProps" Target="/ppt/presProps.xml" Id="Rb4b97291fef9433e" /><Relationship Type="http://schemas.openxmlformats.org/officeDocument/2006/relationships/tableStyles" Target="/ppt/tableStyles.xml" Id="R0be1842dd6104979" /><Relationship Type="http://schemas.openxmlformats.org/officeDocument/2006/relationships/slide" Target="/ppt/slides/slide1.xml" Id="Rd6d87a14f6c6444a" /><Relationship Type="http://schemas.openxmlformats.org/officeDocument/2006/relationships/slide" Target="/ppt/slides/slide2.xml" Id="R92fdd73ab6dd45a4" /><Relationship Type="http://schemas.openxmlformats.org/officeDocument/2006/relationships/slide" Target="/ppt/slides/slide3.xml" Id="R92a52f80a22849e2" /><Relationship Type="http://schemas.openxmlformats.org/officeDocument/2006/relationships/slide" Target="/ppt/slides/slide4.xml" Id="R6635e2ea69bc4ded" /><Relationship Type="http://schemas.openxmlformats.org/officeDocument/2006/relationships/slide" Target="/ppt/slides/slide5.xml" Id="Re9a43223cae74733" /><Relationship Type="http://schemas.openxmlformats.org/officeDocument/2006/relationships/slide" Target="/ppt/slides/slide6.xml" Id="R0db84c75992b40c0" /><Relationship Type="http://schemas.openxmlformats.org/officeDocument/2006/relationships/slide" Target="/ppt/slides/slide7.xml" Id="Rff342ccabc23406a" /><Relationship Type="http://schemas.openxmlformats.org/officeDocument/2006/relationships/slide" Target="/ppt/slides/slide8.xml" Id="Rcd0364fb4c374c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ad1c8dfec64c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82bf5c7b054f81" /><Relationship Type="http://schemas.openxmlformats.org/officeDocument/2006/relationships/notesMaster" Target="/ppt/notesMasters/notesMaster1.xml" Id="R870faaa870b247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26c21bfc294ed0" /><Relationship Type="http://schemas.openxmlformats.org/officeDocument/2006/relationships/notesMaster" Target="/ppt/notesMasters/notesMaster1.xml" Id="R686633f50e8243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46b706d3e74e87" /><Relationship Type="http://schemas.openxmlformats.org/officeDocument/2006/relationships/notesMaster" Target="/ppt/notesMasters/notesMaster1.xml" Id="R486fc165b7284d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e7b5e5e90f4b71" /><Relationship Type="http://schemas.openxmlformats.org/officeDocument/2006/relationships/notesMaster" Target="/ppt/notesMasters/notesMaster1.xml" Id="Rf73ae32d309a42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c905caaf924219" /><Relationship Type="http://schemas.openxmlformats.org/officeDocument/2006/relationships/notesMaster" Target="/ppt/notesMasters/notesMaster1.xml" Id="R936d531f1da54d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8cacf200fb4d30" /><Relationship Type="http://schemas.openxmlformats.org/officeDocument/2006/relationships/notesMaster" Target="/ppt/notesMasters/notesMaster1.xml" Id="R961904df7a1b4f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4f00b105524517" /><Relationship Type="http://schemas.openxmlformats.org/officeDocument/2006/relationships/notesMaster" Target="/ppt/notesMasters/notesMaster1.xml" Id="R2ee06d71100a44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8fcfd8a8dc47ce" /><Relationship Type="http://schemas.openxmlformats.org/officeDocument/2006/relationships/notesMaster" Target="/ppt/notesMasters/notesMaster1.xml" Id="R9059f63b14aa4f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Designing a comfortable and visually resolved Pen profile within kit constraints.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Standards, quality control and production techniques in Pen manufacture.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Comparing handcraft, jigs and repeat production technologies.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e801178a4143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3c4ab30e5043a9" /><Relationship Type="http://schemas.openxmlformats.org/officeDocument/2006/relationships/slideLayout" Target="/ppt/slideLayouts/slideLayout1.xml" Id="Raf683bd29bd749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683bd29bd749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436f8152e436b" /><Relationship Type="http://schemas.openxmlformats.org/officeDocument/2006/relationships/image" Target="/ppt/media/image.bin" Id="R8775a64e5b644d8e" /><Relationship Type="http://schemas.openxmlformats.org/officeDocument/2006/relationships/notesSlide" Target="/ppt/notesSlides/notesSlide1.xml" Id="Rad3a246203794e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db9eab08940cc" /><Relationship Type="http://schemas.openxmlformats.org/officeDocument/2006/relationships/notesSlide" Target="/ppt/notesSlides/notesSlide2.xml" Id="R51be2de3def74e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d440382464ee4" /><Relationship Type="http://schemas.openxmlformats.org/officeDocument/2006/relationships/notesSlide" Target="/ppt/notesSlides/notesSlide3.xml" Id="R90759328512f4b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2a36f3234469f" /><Relationship Type="http://schemas.openxmlformats.org/officeDocument/2006/relationships/notesSlide" Target="/ppt/notesSlides/notesSlide4.xml" Id="Rcd7c06da572a45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37e789a0f4ed3" /><Relationship Type="http://schemas.openxmlformats.org/officeDocument/2006/relationships/notesSlide" Target="/ppt/notesSlides/notesSlide5.xml" Id="Rdc8c2544e1cb41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3db3e97e742c6" /><Relationship Type="http://schemas.openxmlformats.org/officeDocument/2006/relationships/notesSlide" Target="/ppt/notesSlides/notesSlide6.xml" Id="Rdc504808f3fc4d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9fb0194be48df" /><Relationship Type="http://schemas.openxmlformats.org/officeDocument/2006/relationships/notesSlide" Target="/ppt/notesSlides/notesSlide7.xml" Id="Rf35a7c90a2f348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0163fd24a4a57" /><Relationship Type="http://schemas.openxmlformats.org/officeDocument/2006/relationships/notesSlide" Target="/ppt/notesSlides/notesSlide8.xml" Id="R6710f5a2c5f14f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81215-EC96-40C1-83B8-BD4EB636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94EE0-ABBA-4B85-94E2-7E6B86B6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8B7CA-0177-4AF2-8738-3193414C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B0E3B-D197-4B6C-B67F-2CEBA66E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73D31"/>
                </a:solidFill>
              </a:defRPr>
            </a:pPr>
            <a:r>
              <a:rPr sz="5100" b="1">
                <a:solidFill>
                  <a:srgbClr val="173D31"/>
                </a:solidFill>
              </a:rPr>
              <a:t>Design, standards and 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DB60E-947A-4075-BA0D-227B65DC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15–16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2A213-85D7-408E-B81D-0D846C87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668D3-9D84-4D89-A784-C906DB99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EEDB1-DF98-47B8-8914-C499D070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5D2BE"/>
          </a:solidFill>
          <a:ln xmlns:a="http://schemas.openxmlformats.org/drawingml/2006/main" w="0">
            <a:solidFill>
              <a:srgbClr val="E5D2B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5a64e5b644d8e"/>
          <a:stretch xmlns:a="http://schemas.openxmlformats.org/drawingml/2006/main"/>
        </p:blipFill>
        <p:spPr>
          <a:xfrm xmlns:a="http://schemas.openxmlformats.org/drawingml/2006/main">
            <a:off x="7658100" y="2133600"/>
            <a:ext cx="3714750" cy="24765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2074911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B37982-E755-4F49-AB50-491771C2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37679-39B9-4C45-A9A5-034135A7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BC67B-EF63-49CE-B662-49AF15DB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99E64-DFFD-4E3C-9BBF-487A097D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488A1-15C2-4032-A872-4C2C0EBC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08EF7-38F5-4024-8AA1-77AB1F1F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FB01B-718F-472B-8BF1-F1D792AC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AB48F-D8C0-4698-A030-98726695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Designing a comfortable and visually resolved Pen profile within kit…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1AD21-7E2A-4D76-A2B0-E3C78E54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5E2C2-59DC-4066-AA94-49768C4A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DC376-916C-495D-8272-F649E62B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Standards, quality control and production techniques in Pen manufacture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F43A7-1C6E-4759-B355-0984631B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B6BADE-BB9D-4808-8B6B-A40E9B5B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9ADA5-2EA5-42E8-AFA4-6576CCD4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Comparing handcraft, jigs and repeat production technologies</a:t>
            </a:r>
          </a:p>
        </p:txBody>
      </p:sp>
    </p:spTree>
    <p:extLst>
      <p:ext uri="{BB962C8B-B14F-4D97-AF65-F5344CB8AC3E}">
        <p14:creationId xmlns:p14="http://schemas.microsoft.com/office/powerpoint/2010/main" val="12417905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3945C-7CC6-493E-8D11-DAE32BB3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36619-C167-4A62-96DB-37660F1D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644A5-5222-490A-A558-0EE5A3F8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42300-D255-486E-B6F1-2FE56664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Designing a comfortable and visually resolved Pen…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A4C04-CA48-4A28-AA73-B945C262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00606-9098-4E9A-9D54-C1955FB3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924F7-51BF-422A-BD6C-4A87736C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Designing the Pen profile involves balancing function, appearance and the fixed requirements of the approved kit.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8E7B9-0A1C-4345-80C8-8210257D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7C33D-18AE-4A6E-8D0F-71BEB56B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DB5EC-A9FA-46C2-AF3B-75A08A62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profile is the overall visible form of the two finished timber bodies, including how their surfaces change from one area to another.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58581-1AC2-48D5-9853-4D575E43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4FCBC-470C-4724-A936-12A60AE6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36298-4AFB-44BD-9555-2E94112E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Students can make design decisions, but those decisions must remain feasible within the supplied kit references and teacher-approved process.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98C509-B969-4E22-8511-9A87B3E6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6143859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37FCCF-2C56-40C4-9448-A90049C2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F6F2D-39D0-47A7-BB29-72CD1D4A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01B95-4646-46C1-ABF1-BD2E0F23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3BCFB-D876-427F-8DE1-42193725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Standards, quality control and production techniques in…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97112-65E5-471D-B691-7FACD97E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B4019-B524-485C-BA5D-E9272ADD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D3339-C65C-4CFC-A2A7-0EED4ADF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Standards in Pen manufacture are the agreed expectations used to judge whether the product and process are acceptable.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515AC-F159-40DB-AD2F-FDAAF8CE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89097-3CB8-4CC6-AFA4-CC1D6834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89D8F-22EC-4581-9BFF-591E693D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In this school project, those expectations come from the supplied Pen Making resource, the approved kit information, teacher demonstrations, product information and…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5570D-C648-4F81-9219-8AE4F209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BFA08-608C-40AD-82B6-53F1D1EE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A857A9-E39D-4F75-870E-F52FB8EE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Students should not invent numerical tolerances, copy settings from another kit or assume that a visually similar Pen follows the same requirements.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6BA4D-9AB6-4E68-BCA5-1C6AD757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8755822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292DD-7DA4-44E9-83E6-D32A402E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25FB2-BE72-4247-81AC-C6D164DB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B60F6-853E-47A7-B704-EE09637B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F71FA-12CA-416D-AADE-6729C510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Comparing handcraft, jigs and repeat production…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19D01-F23A-47CF-9EE4-24794814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A9EAD-D56D-45CD-B39E-63E1C242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D65B9-C035-4B79-ADEE-776A5A28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Manufacturing a Pen can be understood by comparing three approaches: skilled handcraft, teacherâ€‘approved jigs or workholding, and repeat production technologies…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B00C9-97DE-45E9-A977-466AEE44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2EF0A9-2A41-4088-84A4-A37F2CB9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A6675-0507-46AF-BEEC-040A67B5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Each approach aims to produce a consistent, functional result, but they differ in how control is achieved, how decisions are made and how work is checked.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33449-CD60-466A-BD4E-630657D7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97777E-0305-4C5B-8DEE-B39C1867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6CA98-1962-457D-88CC-B3694DBB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In this school project, students mainly use handcraft skills supported by approved workholding and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95015-61F3-4349-9C03-255A20B0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8131464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F9ED0-F4D3-412B-8CB1-5236C7FB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33517-8AA2-440A-ACD6-E93F85B5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FA584-446A-4E17-8B8E-249FD632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FC147-2522-4428-82CD-53974253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2ABAD-8161-478E-8874-03CCAE21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69B99-A3A8-4528-9F89-8EE3B751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Designing a comfortable and visually resolved Pen profile within kit constraints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FF88C-2B90-4C51-A28B-D3C8392E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C1BC5-7DB6-492E-AEE8-0E4C7993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Standards, quality control and production techniques in Pen manufacture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F20FA-608C-4309-9A79-D0F01992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60336-067F-4631-875B-36CDF42E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Comparing handcraft, jigs and repeat production technologies</a:t>
            </a:r>
          </a:p>
        </p:txBody>
      </p:sp>
    </p:spTree>
    <p:extLst>
      <p:ext uri="{BB962C8B-B14F-4D97-AF65-F5344CB8AC3E}">
        <p14:creationId xmlns:p14="http://schemas.microsoft.com/office/powerpoint/2010/main" val="5691814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031F7C-9C37-49DB-A9E2-1C9549EA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130BD-0A8E-4D87-B5FB-976AAF64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6B17A-DBEC-4FC4-94A8-E823E18A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F5DA8-D815-4D85-B033-8938602A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6D28E-B5C5-451E-AE5E-4CF22ED1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DC7B5-B9DE-4DD5-826D-DB77BDCA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5283A-814B-42DA-B4D2-0D442571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C04F3-1E59-48CE-948E-1E59AF14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32DAF-41F9-4BE8-B2BB-DAF9F509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96775-3F35-436D-B4D7-838A27B3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F4C2B-01E4-414A-8540-139628A3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51CB8C-3BE5-4944-909F-1F374F46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EA2BE-31FF-4BF0-9FC1-955DB80B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99FA00-2018-4CFF-A46B-71F0B5EC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5BF883-B888-4CAE-91C9-B280DC4F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7522701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1D3C1-246C-4D9A-8231-984D6C65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07836-8EBD-4F1E-B6B9-82EBF6E7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0A62A-69B9-47B8-BD98-A91B5024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8F24B-C34A-4529-B6F1-1171EDAD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6C55C-0F52-45D5-A50C-827BB0C8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0F808-BA1E-4237-8190-64BF2B1A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8ADF4-5C1E-4978-B6D1-464289F6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Designing a comfortable and visually resolved Pen profile within kit…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F9083-07A1-44FF-97B2-FC84B9BA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65CC1-73EB-4D1B-ABB6-E5C42BDE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2ECD57-FDD1-429B-89EC-AC2C879D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9DB5A-F423-4210-893F-F4ABB93A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CA1F4-B661-47E3-A3C5-CC44B707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8425491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2026-08-16T02:12:36.1930000Z</dcterms:created>
  <dcterms:modified xsi:type="dcterms:W3CDTF">2026-08-16T02:12:36.1930000Z</dcterms:modified>
</coreProperties>
</file>