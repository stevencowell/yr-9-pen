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3923a474b4139" /><Relationship Type="http://schemas.openxmlformats.org/officeDocument/2006/relationships/extended-properties" Target="/docProps/app.xml" Id="R434934565b71464c" /><Relationship Type="http://schemas.openxmlformats.org/officeDocument/2006/relationships/officeDocument" Target="/ppt/presentation.xml" Id="Ref17740cb447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9aaff28da4c92"/>
  </p:sldMasterIdLst>
  <p:notesMasterIdLst>
    <p:notesMasterId xmlns:r="http://schemas.openxmlformats.org/officeDocument/2006/relationships" r:id="Rac8ff0c639304e27"/>
  </p:notesMasterIdLst>
  <p:sldIdLst>
    <p:sldId xmlns:r="http://schemas.openxmlformats.org/officeDocument/2006/relationships" id="256" r:id="R96a940c7dae546a7"/>
    <p:sldId xmlns:r="http://schemas.openxmlformats.org/officeDocument/2006/relationships" id="257" r:id="Rf8395d894dbb4193"/>
    <p:sldId xmlns:r="http://schemas.openxmlformats.org/officeDocument/2006/relationships" id="258" r:id="R8efd3d634a8744ba"/>
    <p:sldId xmlns:r="http://schemas.openxmlformats.org/officeDocument/2006/relationships" id="259" r:id="Rcb509ba8f3ca48b4"/>
    <p:sldId xmlns:r="http://schemas.openxmlformats.org/officeDocument/2006/relationships" id="260" r:id="R76ef081e3f1f47d3"/>
    <p:sldId xmlns:r="http://schemas.openxmlformats.org/officeDocument/2006/relationships" id="261" r:id="R5fb8b0b311a84375"/>
    <p:sldId xmlns:r="http://schemas.openxmlformats.org/officeDocument/2006/relationships" id="262" r:id="R876429134da84051"/>
    <p:sldId xmlns:r="http://schemas.openxmlformats.org/officeDocument/2006/relationships" id="263" r:id="Re117898ee6674b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228b48f744982" /><Relationship Type="http://schemas.openxmlformats.org/officeDocument/2006/relationships/slideMaster" Target="/ppt/slideMasters/slideMaster1.xml" Id="R0539aaff28da4c92" /><Relationship Type="http://schemas.openxmlformats.org/officeDocument/2006/relationships/notesMaster" Target="/ppt/notesMasters/notesMaster1.xml" Id="Rac8ff0c639304e27" /><Relationship Type="http://schemas.openxmlformats.org/officeDocument/2006/relationships/presProps" Target="/ppt/presProps.xml" Id="Rf34f0826ee3e499b" /><Relationship Type="http://schemas.openxmlformats.org/officeDocument/2006/relationships/tableStyles" Target="/ppt/tableStyles.xml" Id="R9e56720b831b4282" /><Relationship Type="http://schemas.openxmlformats.org/officeDocument/2006/relationships/slide" Target="/ppt/slides/slide1.xml" Id="R96a940c7dae546a7" /><Relationship Type="http://schemas.openxmlformats.org/officeDocument/2006/relationships/slide" Target="/ppt/slides/slide2.xml" Id="Rf8395d894dbb4193" /><Relationship Type="http://schemas.openxmlformats.org/officeDocument/2006/relationships/slide" Target="/ppt/slides/slide3.xml" Id="R8efd3d634a8744ba" /><Relationship Type="http://schemas.openxmlformats.org/officeDocument/2006/relationships/slide" Target="/ppt/slides/slide4.xml" Id="Rcb509ba8f3ca48b4" /><Relationship Type="http://schemas.openxmlformats.org/officeDocument/2006/relationships/slide" Target="/ppt/slides/slide5.xml" Id="R76ef081e3f1f47d3" /><Relationship Type="http://schemas.openxmlformats.org/officeDocument/2006/relationships/slide" Target="/ppt/slides/slide6.xml" Id="R5fb8b0b311a84375" /><Relationship Type="http://schemas.openxmlformats.org/officeDocument/2006/relationships/slide" Target="/ppt/slides/slide7.xml" Id="R876429134da84051" /><Relationship Type="http://schemas.openxmlformats.org/officeDocument/2006/relationships/slide" Target="/ppt/slides/slide8.xml" Id="Re117898ee6674b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9019dcf2c2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49b53dd0b43a4" /><Relationship Type="http://schemas.openxmlformats.org/officeDocument/2006/relationships/notesMaster" Target="/ppt/notesMasters/notesMaster1.xml" Id="R318279c9330c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9dcc9042d4bc3" /><Relationship Type="http://schemas.openxmlformats.org/officeDocument/2006/relationships/notesMaster" Target="/ppt/notesMasters/notesMaster1.xml" Id="R910ad180e87042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39a568320840e7" /><Relationship Type="http://schemas.openxmlformats.org/officeDocument/2006/relationships/notesMaster" Target="/ppt/notesMasters/notesMaster1.xml" Id="Re9fc4c009a2142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602036f6d435a" /><Relationship Type="http://schemas.openxmlformats.org/officeDocument/2006/relationships/notesMaster" Target="/ppt/notesMasters/notesMaster1.xml" Id="R47fcdc6ab44d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d2d7f4dc8f4732" /><Relationship Type="http://schemas.openxmlformats.org/officeDocument/2006/relationships/notesMaster" Target="/ppt/notesMasters/notesMaster1.xml" Id="R551d5b83b0dd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f6a73608d4ca6" /><Relationship Type="http://schemas.openxmlformats.org/officeDocument/2006/relationships/notesMaster" Target="/ppt/notesMasters/notesMaster1.xml" Id="R1c28ba39cad7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6ab63e3bb4d97" /><Relationship Type="http://schemas.openxmlformats.org/officeDocument/2006/relationships/notesMaster" Target="/ppt/notesMasters/notesMaster1.xml" Id="Rd5bb7f5f7f3d47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71b5ec151f4059" /><Relationship Type="http://schemas.openxmlformats.org/officeDocument/2006/relationships/notesMaster" Target="/ppt/notesMasters/notesMaster1.xml" Id="R11b71fc5f37f4c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between-centres turning and the approved Pen mandrel.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Assembling the approved mandrel with three collets and brass thumb screw.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Lathe pre-start checks and secure approved workholding.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ba03d412e45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b0aab7ddb4bf4" /><Relationship Type="http://schemas.openxmlformats.org/officeDocument/2006/relationships/slideLayout" Target="/ppt/slideLayouts/slideLayout1.xml" Id="R882d43e86a81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2d43e86a81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c6cdc7af469f" /><Relationship Type="http://schemas.openxmlformats.org/officeDocument/2006/relationships/image" Target="/ppt/media/image.bin" Id="Rb7d8b2ee3a29495e" /><Relationship Type="http://schemas.openxmlformats.org/officeDocument/2006/relationships/notesSlide" Target="/ppt/notesSlides/notesSlide1.xml" Id="R4f320d699bcc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848c8554741de" /><Relationship Type="http://schemas.openxmlformats.org/officeDocument/2006/relationships/notesSlide" Target="/ppt/notesSlides/notesSlide2.xml" Id="R4e6851a84589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09a0da06a49fd" /><Relationship Type="http://schemas.openxmlformats.org/officeDocument/2006/relationships/notesSlide" Target="/ppt/notesSlides/notesSlide3.xml" Id="Rabd27f9dab6c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29b1f53c94c6f" /><Relationship Type="http://schemas.openxmlformats.org/officeDocument/2006/relationships/notesSlide" Target="/ppt/notesSlides/notesSlide4.xml" Id="Rd1a1cbfdfea843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f7c1efd0e4d5e" /><Relationship Type="http://schemas.openxmlformats.org/officeDocument/2006/relationships/notesSlide" Target="/ppt/notesSlides/notesSlide5.xml" Id="Rb109cc5e46ee46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ffb87b7a54ef2" /><Relationship Type="http://schemas.openxmlformats.org/officeDocument/2006/relationships/notesSlide" Target="/ppt/notesSlides/notesSlide6.xml" Id="Rafad875613c74c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22db307304bda" /><Relationship Type="http://schemas.openxmlformats.org/officeDocument/2006/relationships/notesSlide" Target="/ppt/notesSlides/notesSlide7.xml" Id="R9b6c2843c19e47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61132d54c46e8" /><Relationship Type="http://schemas.openxmlformats.org/officeDocument/2006/relationships/notesSlide" Target="/ppt/notesSlides/notesSlide8.xml" Id="R4e360760a56046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BD3F7-394F-4CBB-BD7F-79886F2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D4BE0-FD79-4B7E-A28A-0A1761FA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9FF87-64AA-42A0-91B7-8F1FD9D5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D0868-CE4B-4D99-9747-1FA27A12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Mandrel principles and pre-start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A7684-D3A1-4093-8444-34F304FD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7–8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9300F-A05C-4FF6-A059-3F00E45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AFA57-6F29-47EB-A66E-D88CBA7B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33D3A-2AD6-4FD3-B2B2-566D049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5D2BE"/>
          </a:solidFill>
          <a:ln xmlns:a="http://schemas.openxmlformats.org/drawingml/2006/main" w="0">
            <a:solidFill>
              <a:srgbClr val="E5D2B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8b2ee3a29495e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440771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689AD-5CDD-4A3A-B0D3-06C68C8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C710B-8816-41FE-8A63-055BEA9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5E3B6-56BF-4629-9E0F-EC1832B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6D20C-BE4C-46D8-9769-5A7B46D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ACDAE-38D0-4D22-B11F-16E4D375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3D8F4-983E-49BA-97F4-A1EDE88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59F79-0EE4-482A-B342-CD2E555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5488F-E04E-4485-B8DF-BD48FEC3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between-centres turning and the approved Pen mandrel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61F4A-39FC-47F3-9E41-090193DD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65131-89E7-4BC6-B791-0E345CE6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7E763-151F-4204-8E16-74B7094C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Assembling the approved mandrel with three collets and brass thumb screw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DE4AE-CCB5-4C10-B3C7-E2CEBB99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B9A41-55F1-4B10-AA99-9129CB7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CAB9E-E73E-40F1-AA75-8D5C5DCC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Lathe pre-start checks and secure approved workholding</a:t>
            </a:r>
          </a:p>
        </p:txBody>
      </p:sp>
    </p:spTree>
    <p:extLst>
      <p:ext uri="{BB962C8B-B14F-4D97-AF65-F5344CB8AC3E}">
        <p14:creationId xmlns:p14="http://schemas.microsoft.com/office/powerpoint/2010/main" val="284541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B58CB-F18D-46BC-855D-02A23E8F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038BE-0DDB-4443-82EA-4B9B56C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7B374-55AF-4D86-BD6B-5BEBB06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524A-D866-4CAF-87F4-8D7D11F3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between-centres turning and the approved…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20FF8-7682-48B6-8E87-529CD93D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2A3AC-7397-4B01-922E-CB7926D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56DD5-C993-4692-9FDD-002B3D76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Between-centres turning is a broad woodturning principle in which a timber workpiece is supported along a central axis and rotated so its form can be developed evenly…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E38A4-A3D1-474E-AEE2-BA722A9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6E225-5D4D-4CB7-824D-D528099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88802-241E-473E-87B4-4E5D2BB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learning value is not simply producing a round shape.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547BE-EBB3-4BE6-882E-B80456A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181AE-D980-4CFF-914A-E0890A8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A757B-E1AA-4A5F-9F2D-54E2700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Students learn to read the behaviour of timber, maintain attention to alignment, compare one section with another and make gradual quality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FEA53-4D62-4AC8-9DDB-3F601C2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9625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7BC67-8A34-481B-AFBA-F49D071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2F0A3-ADE6-4EEC-9087-A314B46E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675F-1EF6-49C9-84F2-C5D6845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74481-C03E-417B-B357-8E38C78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Assembling the approved mandrel with three collets and…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EEFE-DA25-423E-87DE-C34F9B8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5EC42-DFB2-4B7D-A49C-F39F344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EF614-89D8-472A-BB10-34C52D52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Assembling the approved Pen mandrel is a preparation and quality-control stage, not simply a matter of placing parts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CBAED-F5E3-4D07-ABBF-E1A4CD0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C30B-91C6-4C55-A092-BDAD24AE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A5A44-DE0B-4FF7-87C6-E1F7221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supplied Pen Making resource shows the approved mandrel with three collets and a brass thumb screw.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FE598-2845-4277-A0DE-E76ED4E0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8ACFF-52A9-4280-B500-8FD4B5B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46223-A1C0-446B-B2B6-5B15F6C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These verified features help students identify the correct equipment for this project, but they do not provide permission to invent an arrangement, spacing,…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BB999-D544-4121-A49E-E793E8D9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86887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786F6-ECAE-4DDC-ABE4-B677BEF2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281B4-ADCF-45FB-B1A9-9CFBFFA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85976-2EAF-40AE-96D8-A401E0E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ABF8F-2FCC-484C-9738-6F127D4E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Lathe pre-start checks and secure approved workholding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7B31A-A69F-42DB-8414-2DD5D96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7004D-FBB9-4AAA-BD96-2435170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2AA6B-921D-446C-8488-26A8BDF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lathe pre-start check is a deliberate safety and quality routine completed before any Pen turning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160F-E56E-436E-8DEF-0D8A3BD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5C85-96BF-44C7-A8D2-8B389C0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65BFA-B0BE-43D1-85CC-7D6F15AE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Its purpose is to confirm that the machine, approved workholding, surrounding area and student are ready for the planned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573AD-C6A4-4C2A-8A36-465758EE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6F3BF-DF81-454E-90B5-80B48594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BE41A-A72B-4628-A6E6-3DD8E358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check is not a quick glance and it is not replaced by having used the lathe before.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C8D69-FDA1-4B3D-B0C9-D968A5B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167492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1232C-4543-48CC-921B-6069DA8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B703C-2CA4-4CBC-91A1-A41A02DF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B220-2449-446E-998C-3B108AC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0CB24-5866-4044-BD4F-BF69861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67328-6D84-4881-8FF6-39BAAFCB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00055-D79B-4AE6-B997-F7322B4B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between-centres turning and the approved Pen mandrel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C113C-5AC2-4839-AFE8-4DBDBA8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8CD25-16A3-4910-8E3C-6E418E56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Assembling the approved mandrel with three collets and brass thumb screw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5B18F-A3B1-4D15-9415-4CE8E303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6045"/>
                </a:solidFill>
              </a:defRPr>
            </a:pPr>
            <a:r>
              <a:rPr sz="1575" b="1">
                <a:solidFill>
                  <a:srgbClr val="7F6045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4EF7-7D0C-43F7-ADF0-9C53F97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Lathe pre-start checks and secure approved workholding</a:t>
            </a:r>
          </a:p>
        </p:txBody>
      </p:sp>
    </p:spTree>
    <p:extLst>
      <p:ext uri="{BB962C8B-B14F-4D97-AF65-F5344CB8AC3E}">
        <p14:creationId xmlns:p14="http://schemas.microsoft.com/office/powerpoint/2010/main" val="1539114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8FC5A-CC37-4283-9768-2BA8B635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EC5E-A252-48E2-991E-58D8762C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01294-6398-4B33-A7C4-CB48C22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5BFFA-39E4-421E-9CAC-546B1501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46A71-D6FD-41C8-910D-A6C78A30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23A7A-7A36-46A6-9566-18A5E60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7FEC6-527E-4C74-ACD6-BCD4B63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A4434-B9E5-41AF-9117-DC8A282C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0B120-E1DD-42E8-A618-9D7BA0C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28E4F-675C-417E-A17A-39C926E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6E29C-AB96-4C31-AA82-6D979AF0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3A389-0E79-4ED5-A345-A3225A1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A8355-2633-4B24-9D13-41285CA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5B3EE-5011-4FD3-9450-D6BD8F86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F6045"/>
                </a:solidFill>
              </a:defRPr>
            </a:pPr>
            <a:r>
              <a:rPr sz="2100" b="1">
                <a:solidFill>
                  <a:srgbClr val="7F6045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D7AFF-8C36-492D-9736-66891EC5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379054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86B64-9C82-4C74-8C59-57ACC8C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6045"/>
          </a:solidFill>
          <a:ln xmlns:a="http://schemas.openxmlformats.org/drawingml/2006/main" w="0">
            <a:solidFill>
              <a:srgbClr val="7F60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3D341-0B5A-47B0-908B-25DEA62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F6045"/>
                </a:solidFill>
              </a:defRPr>
            </a:pPr>
            <a:r>
              <a:rPr sz="1050" b="1">
                <a:solidFill>
                  <a:srgbClr val="7F6045"/>
                </a:solidFill>
              </a:rPr>
              <a:t>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1ACD5-0F02-4BCA-9A81-EA67570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029D3-60EE-43F5-91A1-8D60F952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4039A-158F-4DA4-AA2B-1E1A86F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8C0DF-B781-4669-BA48-E7015F7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6A986-2EDC-4D6A-B8BE-E81B23C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Understanding between-centres turning and the approved Pen mandrel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C897-49B6-4207-BC85-C6AC8CA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E9917-7E58-45CE-AE65-D6DCF1A2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DD779-CB63-4DD1-9466-CD273FE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D2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488D-4D2D-4DC7-9C66-39125895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30B1A-E87A-439D-A0F4-1B19E56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6045"/>
                </a:solidFill>
              </a:defRPr>
            </a:pPr>
            <a:r>
              <a:rPr sz="1350" b="1">
                <a:solidFill>
                  <a:srgbClr val="7F6045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781000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2026-08-16T02:12:34.0450000Z</dcterms:created>
  <dcterms:modified xsi:type="dcterms:W3CDTF">2026-08-16T02:12:34.0450000Z</dcterms:modified>
</coreProperties>
</file>