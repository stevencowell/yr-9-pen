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21d61a26ae4131" /><Relationship Type="http://schemas.openxmlformats.org/officeDocument/2006/relationships/extended-properties" Target="/docProps/app.xml" Id="R4d3c1e05ef8a4fa2" /><Relationship Type="http://schemas.openxmlformats.org/officeDocument/2006/relationships/officeDocument" Target="/ppt/presentation.xml" Id="R1a6e4507c53d42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c7077066aa49ba"/>
  </p:sldMasterIdLst>
  <p:notesMasterIdLst>
    <p:notesMasterId xmlns:r="http://schemas.openxmlformats.org/officeDocument/2006/relationships" r:id="Rf36292aa20394832"/>
  </p:notesMasterIdLst>
  <p:sldIdLst>
    <p:sldId xmlns:r="http://schemas.openxmlformats.org/officeDocument/2006/relationships" id="256" r:id="Rc425f8a3d1894d38"/>
    <p:sldId xmlns:r="http://schemas.openxmlformats.org/officeDocument/2006/relationships" id="257" r:id="R35137376c63e4f4c"/>
    <p:sldId xmlns:r="http://schemas.openxmlformats.org/officeDocument/2006/relationships" id="258" r:id="Rabb4e78ce5b24727"/>
    <p:sldId xmlns:r="http://schemas.openxmlformats.org/officeDocument/2006/relationships" id="259" r:id="R6d03a947c96a46fe"/>
    <p:sldId xmlns:r="http://schemas.openxmlformats.org/officeDocument/2006/relationships" id="260" r:id="R20b973e9f1154554"/>
    <p:sldId xmlns:r="http://schemas.openxmlformats.org/officeDocument/2006/relationships" id="261" r:id="R1cf850da9d6e434f"/>
    <p:sldId xmlns:r="http://schemas.openxmlformats.org/officeDocument/2006/relationships" id="262" r:id="Racb3fee519654ca9"/>
    <p:sldId xmlns:r="http://schemas.openxmlformats.org/officeDocument/2006/relationships" id="263" r:id="R358bbe988f3d4b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5c90efad9f4753" /><Relationship Type="http://schemas.openxmlformats.org/officeDocument/2006/relationships/slideMaster" Target="/ppt/slideMasters/slideMaster1.xml" Id="Rbdc7077066aa49ba" /><Relationship Type="http://schemas.openxmlformats.org/officeDocument/2006/relationships/notesMaster" Target="/ppt/notesMasters/notesMaster1.xml" Id="Rf36292aa20394832" /><Relationship Type="http://schemas.openxmlformats.org/officeDocument/2006/relationships/presProps" Target="/ppt/presProps.xml" Id="R8b2e279000d54f47" /><Relationship Type="http://schemas.openxmlformats.org/officeDocument/2006/relationships/tableStyles" Target="/ppt/tableStyles.xml" Id="R847f058e3b1b4793" /><Relationship Type="http://schemas.openxmlformats.org/officeDocument/2006/relationships/slide" Target="/ppt/slides/slide1.xml" Id="Rc425f8a3d1894d38" /><Relationship Type="http://schemas.openxmlformats.org/officeDocument/2006/relationships/slide" Target="/ppt/slides/slide2.xml" Id="R35137376c63e4f4c" /><Relationship Type="http://schemas.openxmlformats.org/officeDocument/2006/relationships/slide" Target="/ppt/slides/slide3.xml" Id="Rabb4e78ce5b24727" /><Relationship Type="http://schemas.openxmlformats.org/officeDocument/2006/relationships/slide" Target="/ppt/slides/slide4.xml" Id="R6d03a947c96a46fe" /><Relationship Type="http://schemas.openxmlformats.org/officeDocument/2006/relationships/slide" Target="/ppt/slides/slide5.xml" Id="R20b973e9f1154554" /><Relationship Type="http://schemas.openxmlformats.org/officeDocument/2006/relationships/slide" Target="/ppt/slides/slide6.xml" Id="R1cf850da9d6e434f" /><Relationship Type="http://schemas.openxmlformats.org/officeDocument/2006/relationships/slide" Target="/ppt/slides/slide7.xml" Id="Racb3fee519654ca9" /><Relationship Type="http://schemas.openxmlformats.org/officeDocument/2006/relationships/slide" Target="/ppt/slides/slide8.xml" Id="R358bbe988f3d4b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330f131dc345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f0ff98da384ae8" /><Relationship Type="http://schemas.openxmlformats.org/officeDocument/2006/relationships/notesMaster" Target="/ppt/notesMasters/notesMaster1.xml" Id="R9106817d265043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65f800e8b040c5" /><Relationship Type="http://schemas.openxmlformats.org/officeDocument/2006/relationships/notesMaster" Target="/ppt/notesMasters/notesMaster1.xml" Id="R0bd4f58cc3be44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431d660bf0448b" /><Relationship Type="http://schemas.openxmlformats.org/officeDocument/2006/relationships/notesMaster" Target="/ppt/notesMasters/notesMaster1.xml" Id="R98f3c4a01b8241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2a604bb3fa4657" /><Relationship Type="http://schemas.openxmlformats.org/officeDocument/2006/relationships/notesMaster" Target="/ppt/notesMasters/notesMaster1.xml" Id="Rb40e7addae0c4a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11ad2c64c642db" /><Relationship Type="http://schemas.openxmlformats.org/officeDocument/2006/relationships/notesMaster" Target="/ppt/notesMasters/notesMaster1.xml" Id="R4affe0bedd7b40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0631eab70a4f6e" /><Relationship Type="http://schemas.openxmlformats.org/officeDocument/2006/relationships/notesMaster" Target="/ppt/notesMasters/notesMaster1.xml" Id="R5394774cab3c49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ce9a8fa7584306" /><Relationship Type="http://schemas.openxmlformats.org/officeDocument/2006/relationships/notesMaster" Target="/ppt/notesMasters/notesMaster1.xml" Id="R0bd2b04d86f84c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f6808ef4954fdc" /><Relationship Type="http://schemas.openxmlformats.org/officeDocument/2006/relationships/notesMaster" Target="/ppt/notesMasters/notesMaster1.xml" Id="Rc8334a69483f4e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Identifying and staging the Pen kit components for assembly.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Assembling the clip/button and nib shroud in the approved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Preventing misalignment and damage during Pen assembly.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f1fa99352f41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6d7687ba7f448b" /><Relationship Type="http://schemas.openxmlformats.org/officeDocument/2006/relationships/slideLayout" Target="/ppt/slideLayouts/slideLayout1.xml" Id="R315634a85d5a4e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5634a85d5a4e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2a88229b64a18" /><Relationship Type="http://schemas.openxmlformats.org/officeDocument/2006/relationships/image" Target="/ppt/media/image.jpeg" Id="R0969b420a40e41e4" /><Relationship Type="http://schemas.openxmlformats.org/officeDocument/2006/relationships/notesSlide" Target="/ppt/notesSlides/notesSlide1.xml" Id="R33cccdad39bd44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c88e0a7db4ab3" /><Relationship Type="http://schemas.openxmlformats.org/officeDocument/2006/relationships/notesSlide" Target="/ppt/notesSlides/notesSlide2.xml" Id="R27458eda97574f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5c2d4dbf74bdd" /><Relationship Type="http://schemas.openxmlformats.org/officeDocument/2006/relationships/notesSlide" Target="/ppt/notesSlides/notesSlide3.xml" Id="Rfde05787fe7a4a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15367f0cb42b6" /><Relationship Type="http://schemas.openxmlformats.org/officeDocument/2006/relationships/notesSlide" Target="/ppt/notesSlides/notesSlide4.xml" Id="R7193af5f995f4f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d45b742f6471c" /><Relationship Type="http://schemas.openxmlformats.org/officeDocument/2006/relationships/notesSlide" Target="/ppt/notesSlides/notesSlide5.xml" Id="R7c3e5bdc46774f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c9e38bd2e4d8a" /><Relationship Type="http://schemas.openxmlformats.org/officeDocument/2006/relationships/notesSlide" Target="/ppt/notesSlides/notesSlide6.xml" Id="Rcd402ce2bb1f4d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d338779cc46b8" /><Relationship Type="http://schemas.openxmlformats.org/officeDocument/2006/relationships/notesSlide" Target="/ppt/notesSlides/notesSlide7.xml" Id="R33c1f26c945948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cfbe2420e49df" /><Relationship Type="http://schemas.openxmlformats.org/officeDocument/2006/relationships/notesSlide" Target="/ppt/notesSlides/notesSlide8.xml" Id="R05f8a61fc0cf41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BEF1E7-70A6-42FA-8F44-9D5EBB7D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E24F1-BAD5-416D-A5BD-D5327091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1969A-588D-4A7B-9208-C6EB91A4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8115D-ED2D-41FB-920E-3229BED5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73D31"/>
                </a:solidFill>
              </a:defRPr>
            </a:pPr>
            <a:r>
              <a:rPr sz="5100" b="1">
                <a:solidFill>
                  <a:srgbClr val="173D31"/>
                </a:solidFill>
              </a:rPr>
              <a:t>Components, assembly and protection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E1B23-061C-40A8-B4C7-A8737CA7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13–14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45295-2F43-4BF6-AEFC-4B6CC7BB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794FA-0154-42CD-84E5-CA8AD1F6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1074E-264C-4DBE-B737-DA8E1CBE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5D2BE"/>
          </a:solidFill>
          <a:ln xmlns:a="http://schemas.openxmlformats.org/drawingml/2006/main" w="0">
            <a:solidFill>
              <a:srgbClr val="E5D2B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9b420a40e41e4"/>
          <a:stretch xmlns:a="http://schemas.openxmlformats.org/drawingml/2006/main"/>
        </p:blipFill>
        <p:spPr>
          <a:xfrm xmlns:a="http://schemas.openxmlformats.org/drawingml/2006/main">
            <a:off x="7658100" y="2718867"/>
            <a:ext cx="3714750" cy="1305967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6190419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8A83FC-3626-43EA-AFCE-8701C857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271F1-59E0-4B32-B5EC-6B4EFF18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BED86-7916-4A07-8B96-A296733C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4FCE5-6FA4-406C-B7AA-E840A308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2C1AD-C821-43B3-954F-86FCB792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2CED3-A753-4746-BD14-97838B3E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EB2BE-E2BB-43F9-87E9-6ED1AB37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65E94-5B47-4407-913C-5846BBA3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Identifying and staging the Pen kit components for assembly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41A4E-2AB4-4FE0-A64C-76845347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6294F-AC7E-41C8-A435-D9AED08A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72FD6-8FD6-4369-AA9D-60EABF84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Assembling the clip/button and nib shroud in the approved sequence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C3BEC-142A-4196-AA1C-4D8DF657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6D2D8-C581-4C1C-BC19-E5A54776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E0958-02A5-41FE-92B7-31AE2E13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Preventing misalignment and damage during Pen assembly</a:t>
            </a:r>
          </a:p>
        </p:txBody>
      </p:sp>
    </p:spTree>
    <p:extLst>
      <p:ext uri="{BB962C8B-B14F-4D97-AF65-F5344CB8AC3E}">
        <p14:creationId xmlns:p14="http://schemas.microsoft.com/office/powerpoint/2010/main" val="10242800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65FBAD-ADCE-49D7-829A-4991108B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C4C37-380E-453F-A881-7702E0D6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40B36-4DA8-4650-AD5A-74CDB5C9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1E6D7-E057-41C8-B79B-9F616744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Identifying and staging the Pen kit components for…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6A772-342E-4B93-8380-83036841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2BE1A-BDEE-4F6B-9A3F-D1F48C97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B4066-6364-4C15-AF6F-044FE786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Identifying and staging the Pen kit components is a quality-control step completed before assembly begins.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C4C2F-F9EF-46E1-B886-8189D875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33DA3-253E-4A0B-8178-3A1DA338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34D48-4FEB-46BF-A741-FE31250E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approved Pen Making resource is the authoritative reference for recognising the supplied parts and understanding how they relate to the finished project.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C62C6-67A3-4F1E-BC25-D1FBE8D3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9CD13-E2C8-456C-9A0C-D3084D28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652182-8EDB-4DD6-9CC6-AF0FA2B8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Verified components include the kit's clip/button and nib shroud, while the two finished timber bodies belong to one matched kit.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C7FA1-3AEF-4003-AD97-4D9FA272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76403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7CAE6-4894-4E94-8E2E-2E205E50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5FECC-65CD-4699-A96E-D558D4E0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CB439-B1AD-4E92-82C8-02B3820D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5AB01-BFFB-4BB5-9750-616EC76E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Assembling the clip/button and nib shroud in the…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D4DA6-FD42-4877-9F01-26943B9D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262B2-A4B7-496F-A8D5-BA656AA7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23530-D6B4-4A06-A8C0-72F6662D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Assembling the clip/button and nib shroud is a controlled Pen-making stage in which prepared kit components are joined to the finished timber bodies.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67BA1-6117-49C7-953A-F07C38DE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F55F37-F516-4EF0-8E88-8AB6A4A9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8EA4E-737E-4686-B2E2-AE86DE52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approved Pen Making resource confirms that these named components are part of the project, but it remains the authority for their actual orientation and sequence.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78AE1-1BB9-463A-BD27-6C58169B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96BE7-30F3-42B1-9333-D3075F65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31576-B458-4AF5-A7AE-C2886ABE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supplied kit information and teacher demonstration also control the approved pressing or support method and the criteria used to accept the completed result.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C00BC-AE02-425F-B50C-DCAA479C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8444137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F84C44-3ACB-49D5-AAB6-01D655BB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5B960-B3F0-43B4-BD85-4019DBE8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D6DA5-D436-4038-A612-7A9B15B3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E8A3D-0BE0-42F9-83E8-787CAC01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Preventing misalignment and damage during Pen assembly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B04AE-EFFC-48C5-93FA-8CFDC280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07A0E-FC60-4846-85CE-F29B1FD3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ECE7F-D7B1-46A2-AFB8-87D7ACC8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Preventing misalignment and damage during Pen assembly relies on disciplined preparation and careful observation rather than force.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F62E6-C205-4229-8533-884A3C13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ACAB2-E491-44BF-B1B5-950082B4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2A05B-29C7-4B75-B922-2E8B01E3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approved Pen Making resource, supplied kit information and teacher demonstration define how components are intended to meet.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57460D-A036-4102-9A73-2450C5D9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31109-2ECA-4CF8-8DA8-01AFEAD9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2651F-F663-4B9F-8A51-AC8D5829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Students are responsible for checking that those conditions are present before and during assembly.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BAF85-3CBE-47F4-84A5-E0887090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9769765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C77B2-AEA5-478C-AAB5-1D729435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E19B9-B0E1-47E3-997C-E1FA9DEE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71D71-4C8D-40C2-8CC8-90FDEC39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69FDA-8277-4CB8-A7F9-1D7C4C03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63C32-5B47-46D0-B97D-2532E52A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AF79B-A707-4C08-9E76-991511E2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Identifying and staging the Pen kit components for assembly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7CCE6-BE27-416D-8900-CAFFF83A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1F7FD-2B5D-4579-8A32-7939857B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Assembling the clip/button and nib shroud in the approved sequence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F232C-9F72-47E1-AAFD-F78FFB8E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C4B5D-9CE7-4F28-9045-D3EA59FF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Preventing misalignment and damage during Pen assembly</a:t>
            </a:r>
          </a:p>
        </p:txBody>
      </p:sp>
    </p:spTree>
    <p:extLst>
      <p:ext uri="{BB962C8B-B14F-4D97-AF65-F5344CB8AC3E}">
        <p14:creationId xmlns:p14="http://schemas.microsoft.com/office/powerpoint/2010/main" val="21341802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1F55A-AA59-4A46-A9CC-C7BA3F58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1F4CF-5D4C-482E-85AE-6910CC32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9EFB5-5868-4F40-8373-CC55B09A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00BE1-6EFB-481B-A6D1-54BF9C39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1BE60-72B5-4802-BC51-850C02E4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DD8DC-925B-4651-BC83-EC937799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9CF13-9281-4103-83AC-F8C29845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E6793-83D7-41FB-B890-AECFDC9C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E6E83-1562-474D-9ADB-46E43CB5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80E8C-8FBC-4073-B01E-A05985E8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A9D8B-7492-4F8D-95C9-83FCE607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DFDB4-3958-419C-ACAF-26225D21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448938-C8D0-44DD-A4E4-FC6C22C3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F056E-F689-4099-B08D-8633065C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508F33-6EBB-4B7E-9CF2-1DF1ADDE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296911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85F96-336C-4E20-9177-908E1C5B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B644C-D24E-4DF5-9004-EB4C4122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E19E7-08C3-4849-BC19-89A69B62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92FEA-BA4F-4DE7-A364-40AA4238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F7B31-ACB7-4F52-A257-B5C70C63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9B013-706C-4321-A876-07504349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0D8F7-40AE-48FC-BC05-D4A9C320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Identifying and staging the Pen kit components for assembly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8E06D-140C-4665-BD22-30B85C84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FD560-2557-4BF3-882E-14A0C717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39053-D609-4E86-803B-BDC706EE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7C96C-1F55-4CA6-AF66-6F7782F2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29AB0-F0F3-4C7F-99A7-2BAC36DE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1346689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2026-08-16T02:12:35.6950000Z</dcterms:created>
  <dcterms:modified xsi:type="dcterms:W3CDTF">2026-08-16T02:12:35.6950000Z</dcterms:modified>
</coreProperties>
</file>