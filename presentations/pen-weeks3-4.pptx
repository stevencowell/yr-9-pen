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e6dea4e28744ef" /><Relationship Type="http://schemas.openxmlformats.org/officeDocument/2006/relationships/extended-properties" Target="/docProps/app.xml" Id="Rc7fe5815da4941ca" /><Relationship Type="http://schemas.openxmlformats.org/officeDocument/2006/relationships/officeDocument" Target="/ppt/presentation.xml" Id="R3570150fbc2e45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5059c4f7bd480d"/>
  </p:sldMasterIdLst>
  <p:notesMasterIdLst>
    <p:notesMasterId xmlns:r="http://schemas.openxmlformats.org/officeDocument/2006/relationships" r:id="Ra4f79cb6764d4579"/>
  </p:notesMasterIdLst>
  <p:sldIdLst>
    <p:sldId xmlns:r="http://schemas.openxmlformats.org/officeDocument/2006/relationships" id="256" r:id="R641fa149b2244408"/>
    <p:sldId xmlns:r="http://schemas.openxmlformats.org/officeDocument/2006/relationships" id="257" r:id="R54d46dee7f984790"/>
    <p:sldId xmlns:r="http://schemas.openxmlformats.org/officeDocument/2006/relationships" id="258" r:id="R2116387f00794bb7"/>
    <p:sldId xmlns:r="http://schemas.openxmlformats.org/officeDocument/2006/relationships" id="259" r:id="R2803f3ced23a4043"/>
    <p:sldId xmlns:r="http://schemas.openxmlformats.org/officeDocument/2006/relationships" id="260" r:id="Rb27b32e5b3b84c56"/>
    <p:sldId xmlns:r="http://schemas.openxmlformats.org/officeDocument/2006/relationships" id="261" r:id="R468c2e63f4464163"/>
    <p:sldId xmlns:r="http://schemas.openxmlformats.org/officeDocument/2006/relationships" id="262" r:id="Ra79874169a204fe2"/>
    <p:sldId xmlns:r="http://schemas.openxmlformats.org/officeDocument/2006/relationships" id="263" r:id="R3c93417835ef41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15ad7e498f4d44" /><Relationship Type="http://schemas.openxmlformats.org/officeDocument/2006/relationships/slideMaster" Target="/ppt/slideMasters/slideMaster1.xml" Id="R805059c4f7bd480d" /><Relationship Type="http://schemas.openxmlformats.org/officeDocument/2006/relationships/notesMaster" Target="/ppt/notesMasters/notesMaster1.xml" Id="Ra4f79cb6764d4579" /><Relationship Type="http://schemas.openxmlformats.org/officeDocument/2006/relationships/presProps" Target="/ppt/presProps.xml" Id="R22cbf71c6493433b" /><Relationship Type="http://schemas.openxmlformats.org/officeDocument/2006/relationships/tableStyles" Target="/ppt/tableStyles.xml" Id="R142cf14211814352" /><Relationship Type="http://schemas.openxmlformats.org/officeDocument/2006/relationships/slide" Target="/ppt/slides/slide1.xml" Id="R641fa149b2244408" /><Relationship Type="http://schemas.openxmlformats.org/officeDocument/2006/relationships/slide" Target="/ppt/slides/slide2.xml" Id="R54d46dee7f984790" /><Relationship Type="http://schemas.openxmlformats.org/officeDocument/2006/relationships/slide" Target="/ppt/slides/slide3.xml" Id="R2116387f00794bb7" /><Relationship Type="http://schemas.openxmlformats.org/officeDocument/2006/relationships/slide" Target="/ppt/slides/slide4.xml" Id="R2803f3ced23a4043" /><Relationship Type="http://schemas.openxmlformats.org/officeDocument/2006/relationships/slide" Target="/ppt/slides/slide5.xml" Id="Rb27b32e5b3b84c56" /><Relationship Type="http://schemas.openxmlformats.org/officeDocument/2006/relationships/slide" Target="/ppt/slides/slide6.xml" Id="R468c2e63f4464163" /><Relationship Type="http://schemas.openxmlformats.org/officeDocument/2006/relationships/slide" Target="/ppt/slides/slide7.xml" Id="Ra79874169a204fe2" /><Relationship Type="http://schemas.openxmlformats.org/officeDocument/2006/relationships/slide" Target="/ppt/slides/slide8.xml" Id="R3c93417835ef41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ea818680ce46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9659373a5149e9" /><Relationship Type="http://schemas.openxmlformats.org/officeDocument/2006/relationships/notesMaster" Target="/ppt/notesMasters/notesMaster1.xml" Id="R015c87ad45684b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1ff39eb72a4ae5" /><Relationship Type="http://schemas.openxmlformats.org/officeDocument/2006/relationships/notesMaster" Target="/ppt/notesMasters/notesMaster1.xml" Id="Rf035e43153ce41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4d6484a3644284" /><Relationship Type="http://schemas.openxmlformats.org/officeDocument/2006/relationships/notesMaster" Target="/ppt/notesMasters/notesMaster1.xml" Id="R6b8c20de8e6948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521ee0d04c4f8a" /><Relationship Type="http://schemas.openxmlformats.org/officeDocument/2006/relationships/notesMaster" Target="/ppt/notesMasters/notesMaster1.xml" Id="Rcc37460415d246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e68a53ddb14229" /><Relationship Type="http://schemas.openxmlformats.org/officeDocument/2006/relationships/notesMaster" Target="/ppt/notesMasters/notesMaster1.xml" Id="R7c251be8a8fb49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a2ab5980134878" /><Relationship Type="http://schemas.openxmlformats.org/officeDocument/2006/relationships/notesMaster" Target="/ppt/notesMasters/notesMaster1.xml" Id="Rcec76728a7c348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a2947c5b584cdc" /><Relationship Type="http://schemas.openxmlformats.org/officeDocument/2006/relationships/notesMaster" Target="/ppt/notesMasters/notesMaster1.xml" Id="Rcf4652f7d03a47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871fd53a4f4eb5" /><Relationship Type="http://schemas.openxmlformats.org/officeDocument/2006/relationships/notesMaster" Target="/ppt/notesMasters/notesMaster1.xml" Id="Rcc5b9a05b25b4f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Selecting and inspecting timber for the Pen blank.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Using grain orientation to keep the two Pen bodies visually connected.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Planning responsible material use and the Pen cutting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26381b1fe44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fe8dfe236e40cf" /><Relationship Type="http://schemas.openxmlformats.org/officeDocument/2006/relationships/slideLayout" Target="/ppt/slideLayouts/slideLayout1.xml" Id="Rce82964b88aa47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82964b88aa47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e99374dc342c0" /><Relationship Type="http://schemas.openxmlformats.org/officeDocument/2006/relationships/image" Target="/ppt/media/image.bin" Id="R9874aab42f8c4e54" /><Relationship Type="http://schemas.openxmlformats.org/officeDocument/2006/relationships/notesSlide" Target="/ppt/notesSlides/notesSlide1.xml" Id="Ra6a4f924d05e49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833cf89e0451f" /><Relationship Type="http://schemas.openxmlformats.org/officeDocument/2006/relationships/notesSlide" Target="/ppt/notesSlides/notesSlide2.xml" Id="Rd9705239d2204d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8236246734347" /><Relationship Type="http://schemas.openxmlformats.org/officeDocument/2006/relationships/notesSlide" Target="/ppt/notesSlides/notesSlide3.xml" Id="Rd25b8f597a8444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2c884dee04ae8" /><Relationship Type="http://schemas.openxmlformats.org/officeDocument/2006/relationships/notesSlide" Target="/ppt/notesSlides/notesSlide4.xml" Id="R251ba660612f49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d9985c161474d" /><Relationship Type="http://schemas.openxmlformats.org/officeDocument/2006/relationships/notesSlide" Target="/ppt/notesSlides/notesSlide5.xml" Id="R22acb3a3fee849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0bf2bc884404d" /><Relationship Type="http://schemas.openxmlformats.org/officeDocument/2006/relationships/notesSlide" Target="/ppt/notesSlides/notesSlide6.xml" Id="R858e2598bc7448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b83893ea64082" /><Relationship Type="http://schemas.openxmlformats.org/officeDocument/2006/relationships/notesSlide" Target="/ppt/notesSlides/notesSlide7.xml" Id="Rafe72af771bf4e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ccb3d422042b4" /><Relationship Type="http://schemas.openxmlformats.org/officeDocument/2006/relationships/notesSlide" Target="/ppt/notesSlides/notesSlide8.xml" Id="Rb16e50278e654e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06F0A-9C9B-4F6B-8BFA-8B58A96E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44C36-DCDE-4628-A56F-6A911278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1A39A-06B1-4985-89B4-C2DF8EDC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B4EDC-8886-4E30-97F7-65D80175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Timber, grain and responsible 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EF32A-9ED1-41AB-AB63-9E416071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3–4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E53DF-9299-434F-80E4-A882C5B8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A2A32-5E63-4B9F-9EA7-DB1C3724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7A74D-7F2F-42CC-BF90-31AEAEFE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5D2BE"/>
          </a:solidFill>
          <a:ln xmlns:a="http://schemas.openxmlformats.org/drawingml/2006/main" w="0">
            <a:solidFill>
              <a:srgbClr val="E5D2B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4aab42f8c4e54"/>
          <a:stretch xmlns:a="http://schemas.openxmlformats.org/drawingml/2006/main"/>
        </p:blipFill>
        <p:spPr>
          <a:xfrm xmlns:a="http://schemas.openxmlformats.org/drawingml/2006/main">
            <a:off x="7658100" y="2133600"/>
            <a:ext cx="3714750" cy="24765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44056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FBABC-3BC6-4700-93FD-12B9EBAF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22B11-8642-41F8-A499-1FDD08AE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D7EAE-1F56-49A4-8096-59B2D622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C430E-3F04-484F-A272-242D6950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796F0-1EB0-45FD-BB6A-3718DB19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2DA66-DE04-4577-97ED-25D2E47D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63494-5C3D-4CFE-884A-14E1F7D8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D89A8-F7BF-4223-9AEF-7224A721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Selecting and inspecting timber for the Pen blank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75981-4DC0-419E-A051-E7AAF981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69A6A-3EBA-434C-8E7F-075DEEAB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A5EDC-F777-45A2-BDDF-3870761F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Using grain orientation to keep the two Pen bodies visually connected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CAA52-48E7-49B0-81BA-FF5702BB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91DAE-6AFD-49D9-8BE6-80F3A9F9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A6AEF-C6C4-4C98-843A-C40DB4C4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Planning responsible material use and the Pen cutting list</a:t>
            </a:r>
          </a:p>
        </p:txBody>
      </p:sp>
    </p:spTree>
    <p:extLst>
      <p:ext uri="{BB962C8B-B14F-4D97-AF65-F5344CB8AC3E}">
        <p14:creationId xmlns:p14="http://schemas.microsoft.com/office/powerpoint/2010/main" val="515160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162AF-1253-4255-BE0B-531A50FA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0F872-07A3-417E-8163-E96F078B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B3059-5870-4E37-B082-AD8A4D29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C7CD7-F99B-445F-A5D0-D1318C2D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Selecting and inspecting timber for the Pen blank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91D11-4E4A-463D-87BA-C5FA33A0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5255D-71A8-4BD0-839D-5925576B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A1890-E2F1-40F9-B9AC-E69FD624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Selecting suitable timber is the first quality decision in the Pen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FC111-6FB0-4674-9727-C31D9F61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77227-C4F7-4C9A-A1DC-0A878A33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D7E7F-4FCC-4D14-A992-5A2AF9B9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approved process begins with timber greater than 110 mm long Ã— 20 mm Ã— 20 mm, but this starting requirement does not define the final product or justify…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79DA8-6BC9-482B-BAE1-95906C29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A4AAD-0490-4E6F-9141-130E7E21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75313-4CC7-4913-A77A-5F483F9F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 simply sets a minimum size for preparation.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7AFDF-F4BE-40B9-A603-486E7B07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3395566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8CBD4-1AEF-4256-95AB-84951E93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ABC55-C667-401E-BC17-902F4D9F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88A06-1183-4BC6-8942-0637E16E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04F8F-F238-493F-8CD6-BCAB98EC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Using grain orientation to keep the two Pen bodies…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9FD58-401A-4C6F-A89C-6CC73B52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C311C-0AC0-4602-BD7F-1C8B695F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AD620-AE24-4EF1-B749-ED909D86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Grain orientation helps the two timber bodies of the Pen appear as parts of one coordinated design rather than as unrelated pieces.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CD183-4AED-4ECA-BCB4-FF355900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59FDD-BF1D-4D3F-8283-3ABFD940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9E0CD-92F2-4352-A8E3-E759431F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Grain is the general direction of the timber fibres, while figure is the visible pattern produced by features such as colour variation, lines and natural changes in…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BBDA0-51C3-46D9-9153-2D90F516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BC7BE-D3F1-415D-A82A-3669AFCE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42608-FC19-4D3B-9CE3-05247C35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When the two prepared parts are kept in their intended relationship, parts of this pattern may appear to continue from one body to the other.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C0762-7C97-4FCD-84F0-709DE25D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917563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DED01-F77D-4408-BAB0-030A14B8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8D3F2-72E0-43A0-92A4-18756780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3476D-0987-4E45-A793-7578DA86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E6DDC-3FC0-45DF-8664-87F7D528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Planning responsible material use and the Pen cutting 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E5050-8423-4DEC-936D-26C883ED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026B8-947F-4EDF-AE03-647BE7FE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1DFF3-6372-4F22-9FDA-8D9116BB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Planning responsible material use begins with understanding what the cutting list communicates in the Pen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EB51B-30B0-4F1C-858E-EB68BEB9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1369B-D213-484D-B872-A757C0EE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25FFC-8ADF-4CA0-BCB6-656E1120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cutting list is not a guess or a set of invented sizes; it is a clear, organised record of the components you intend to prepare, using only verified information.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FBACB-C28A-4DE3-8403-97B410A0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4EE2B-879A-47FA-9259-C866138A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A085C-7FC1-4954-943A-DF85BFE0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For this project, the only confirmed starting stock size is timber greater than 110 mm long Ã— 20 mm Ã— 20 mm.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0B670-7759-4A38-80CE-ABD22075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348781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D2C52-5A3A-4870-A58A-14273F8A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8595C-683E-49EF-AFA4-A7805D01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986D5-B7A9-4FD5-87D7-F82C1536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ECB15-FCD9-4072-8CD7-626711BC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F61A8-A818-461F-82A3-F589D131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061E1-2136-473B-B558-0249E772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Selecting and inspecting timber for the Pen blank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15848-D2AB-4081-8145-1660E824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A1866-2BA3-43BD-A293-20C86A55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Using grain orientation to keep the two Pen bodies visually connected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1031F-8C34-4945-8414-30955BAA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B282E-2731-4DDC-8081-7321BDEC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Planning responsible material use and the Pen cutting list</a:t>
            </a:r>
          </a:p>
        </p:txBody>
      </p:sp>
    </p:spTree>
    <p:extLst>
      <p:ext uri="{BB962C8B-B14F-4D97-AF65-F5344CB8AC3E}">
        <p14:creationId xmlns:p14="http://schemas.microsoft.com/office/powerpoint/2010/main" val="14185154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56FCF-AFE5-40B8-8406-F055CAC4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7C3BD-0D40-418C-8371-0DE02052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B7F95-2E7D-41F7-9B31-C6874B35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F9409-A3A8-4DF6-9881-20E78CE3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10C9A-DA3A-4EF6-B16B-79E089A4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6929F-55BB-4AB8-BC8A-9CF212FD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135E7-82C9-4338-AFE5-7FF2E671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3D76D-F199-43C2-B93B-C62F2101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0296D-84AB-47F8-8D23-1BC231ED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A7A61-6A02-4318-A675-89340E3A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787EE-86BE-41AB-88B2-4BB94C43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848E2-6462-471E-929B-44CD3842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F7293-A354-49BB-BF23-CC1AC82E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4322C-E82A-46BA-9AF2-C2EACF19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17722-EFFC-4B3E-8D5E-CC8B0E35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6373942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C14D1-14D2-45B3-A011-BB5EC53F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6DF3F-45D5-45DC-913A-B6362F27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B2830-E6CE-417E-8802-6C796722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42642-39F1-4A76-9BA7-2E9EA086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A021E-5E16-4FBB-AB5E-90642699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263C5-5172-40FA-B265-7950B77D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B9539-1141-4C0E-BA67-6A650723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Selecting and inspecting timber for the Pen blank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2BA2D-2778-4D0D-88A2-4E493913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F56E1-32FC-4B79-95D2-9656DA17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55465-ADEC-4F54-A12B-9EA44EB4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9BAFB-285B-48EC-ADB8-99FE5212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F8901-B867-4385-BE94-081CFDFE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328308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2026-08-16T02:12:33.0340000Z</dcterms:created>
  <dcterms:modified xsi:type="dcterms:W3CDTF">2026-08-16T02:12:33.0340000Z</dcterms:modified>
</coreProperties>
</file>